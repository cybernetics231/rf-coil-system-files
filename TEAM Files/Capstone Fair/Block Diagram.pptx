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>
        <p:scale>
          <a:sx n="66" d="100"/>
          <a:sy n="66" d="100"/>
        </p:scale>
        <p:origin x="804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slide" Target="slides/slide4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4648F-E71D-50A4-817A-137A4084F2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DBE14-A77A-A476-6C2C-DA681C791C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C0666-CA16-0DCB-0D27-3F3CD559C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61F37-A5FB-4E5A-BF97-AD15435C986F}" type="datetimeFigureOut">
              <a:rPr lang="en-CA" smtClean="0"/>
              <a:t>3/26/26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BD3BC-3B40-FE0E-05D9-7498317BE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E439C-7BE7-A40B-9248-1E127CE3C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1BC77-0F4E-4B33-9EA3-0103E9BC51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2344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E0A9-E4CD-4AE9-7AC7-A915C68C9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7EA7D-39AD-345C-A7C1-A2D46F9FA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24173-E936-27BF-345E-81EA29E37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61F37-A5FB-4E5A-BF97-AD15435C986F}" type="datetimeFigureOut">
              <a:rPr lang="en-CA" smtClean="0"/>
              <a:t>3/26/26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41D44-D971-F494-2291-F970EA66E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BDAB7-81E2-CCE1-7951-548D6B700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1BC77-0F4E-4B33-9EA3-0103E9BC51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3503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58669-D3DA-DCF7-5D9A-EE0182C51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5AF291-349F-1582-5746-482E13D42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FB63A-2786-F447-321F-CCC4ED6A1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61F37-A5FB-4E5A-BF97-AD15435C986F}" type="datetimeFigureOut">
              <a:rPr lang="en-CA" smtClean="0"/>
              <a:t>3/26/26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B637C-68A4-46F3-E353-099B7F179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2E6EF-5580-A0B4-C9BA-B54048324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1BC77-0F4E-4B33-9EA3-0103E9BC51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4612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05C55-BAA1-9B9B-6D8C-1903F7D70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0CD15-D8EE-D0BD-85EF-AE8530F6C5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35A4E7-7542-95AF-FDB6-7CBDD37D6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621FE1-1BF7-3804-A948-86E223928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61F37-A5FB-4E5A-BF97-AD15435C986F}" type="datetimeFigureOut">
              <a:rPr lang="en-CA" smtClean="0"/>
              <a:t>3/26/26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A62545-058C-92A3-A864-DE91E9A3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6DB5C1-DED0-8C91-925B-D24E8CA60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1BC77-0F4E-4B33-9EA3-0103E9BC51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14435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05AC3-0630-CB08-21F7-3E58034CB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4C098D-78C7-0A73-7E14-5504D18AD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1A391-903B-D05C-8885-276F6DBD6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1AFD54-B6C9-3E8C-7F35-4D511A2247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EAD2B7-A1AC-9CD4-4116-FA6737246A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0F6524-0EFD-32DE-EB58-6FCEA033C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61F37-A5FB-4E5A-BF97-AD15435C986F}" type="datetimeFigureOut">
              <a:rPr lang="en-CA" smtClean="0"/>
              <a:t>3/26/26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D0C57-FA44-6838-2019-C922C41DE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F20F9D-3471-15A8-8B11-F80CBCA2C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1BC77-0F4E-4B33-9EA3-0103E9BC51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3737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ED1B-BA45-B104-9336-4801733A2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D7674E-983A-940F-48E9-445E5B179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61F37-A5FB-4E5A-BF97-AD15435C986F}" type="datetimeFigureOut">
              <a:rPr lang="en-CA" smtClean="0"/>
              <a:t>3/26/26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9774E1-DCBE-9EB6-CE77-83C90EFDB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A9DA32-0A45-C49F-B76A-252D77D3A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1BC77-0F4E-4B33-9EA3-0103E9BC51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5168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04A0C3-10EE-0BC4-152E-D3ADD9C46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61F37-A5FB-4E5A-BF97-AD15435C986F}" type="datetimeFigureOut">
              <a:rPr lang="en-CA" smtClean="0"/>
              <a:t>3/26/26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BC7E33-CF56-EB9A-06B3-0B6E1C57A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6B446-9B35-A37D-3456-3D2B3EA4D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1BC77-0F4E-4B33-9EA3-0103E9BC51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29305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535AA-842D-B95D-2627-4CD884D9E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F721A-CEA0-CB1C-E9FF-CDA887448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69006E-D316-6DB1-D0CE-A9AB9596D3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A9ABF7-ACB0-E467-272B-E032BC0C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61F37-A5FB-4E5A-BF97-AD15435C986F}" type="datetimeFigureOut">
              <a:rPr lang="en-CA" smtClean="0"/>
              <a:t>3/26/26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1E7A5E-49B1-14A8-21C5-C6CC66A34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BCD3C-C864-ECCA-B091-4C68B82EE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1BC77-0F4E-4B33-9EA3-0103E9BC51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4116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B93F6-BDB8-7ABE-B85B-C9BB071DB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D7E6C5-5FC6-F98D-81E1-DE17316DDC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FDE7F5-03BC-A106-0C68-667A216AEA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3191A4-3CD8-B156-E7EA-A39DF2975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61F37-A5FB-4E5A-BF97-AD15435C986F}" type="datetimeFigureOut">
              <a:rPr lang="en-CA" smtClean="0"/>
              <a:t>3/26/26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0C73B6-16A7-3C47-AE3C-BEAB07D37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2F98E5-AB3B-48B5-AA8F-165144103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1BC77-0F4E-4B33-9EA3-0103E9BC51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10930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B2A56-7B95-070A-646A-95141984F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23ED1F-8780-B1DC-169E-B149F60F80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4161A-3005-26B7-1967-6534C8660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61F37-A5FB-4E5A-BF97-AD15435C986F}" type="datetimeFigureOut">
              <a:rPr lang="en-CA" smtClean="0"/>
              <a:t>3/26/26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57E93-0322-3A38-D564-133285D13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F107F-5517-0A44-0C2C-115BEDEB9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1BC77-0F4E-4B33-9EA3-0103E9BC51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6085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6A070D-F87A-CA0A-DE47-C0EAA26CDA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9D12E0-E246-0315-C585-F9928E76EF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623D5-90E4-4250-3E83-47545A5ED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61F37-A5FB-4E5A-BF97-AD15435C986F}" type="datetimeFigureOut">
              <a:rPr lang="en-CA" smtClean="0"/>
              <a:t>3/26/26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FC283-335F-5563-8BDE-578FDD7A0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781D6-F6FC-39D7-BDD0-5C0605845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1BC77-0F4E-4B33-9EA3-0103E9BC51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81729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B4C010-BCDB-3B1E-1093-C0C465C79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44E641-0D15-F768-4D01-B8545D3DD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84CDF-D225-817B-6542-57933B371A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A61F37-A5FB-4E5A-BF97-AD15435C986F}" type="datetimeFigureOut">
              <a:rPr lang="en-CA" smtClean="0"/>
              <a:t>3/26/26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9FDB0-A8BD-7B30-83EF-4E1FAD138E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4D2B8-6079-D25B-2EC2-62160507D5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91BC77-0F4E-4B33-9EA3-0103E9BC51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4894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8B2320-9662-4BC1-F17D-AA51A1B051A4}"/>
              </a:ext>
            </a:extLst>
          </p:cNvPr>
          <p:cNvSpPr/>
          <p:nvPr/>
        </p:nvSpPr>
        <p:spPr>
          <a:xfrm>
            <a:off x="790902" y="3200395"/>
            <a:ext cx="1608083" cy="102475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ysClr val="windowText" lastClr="000000"/>
                </a:solidFill>
              </a:rPr>
              <a:t>RF Amplifier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539D52-DBCD-4621-ED97-1C72984A6749}"/>
              </a:ext>
            </a:extLst>
          </p:cNvPr>
          <p:cNvSpPr/>
          <p:nvPr/>
        </p:nvSpPr>
        <p:spPr>
          <a:xfrm>
            <a:off x="5358961" y="3200397"/>
            <a:ext cx="1608083" cy="102475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ysClr val="windowText" lastClr="000000"/>
                </a:solidFill>
              </a:rPr>
              <a:t>Tuning Circuit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A7ED52-DB1C-E35B-F63B-558581424C98}"/>
              </a:ext>
            </a:extLst>
          </p:cNvPr>
          <p:cNvSpPr/>
          <p:nvPr/>
        </p:nvSpPr>
        <p:spPr>
          <a:xfrm>
            <a:off x="7642990" y="3200396"/>
            <a:ext cx="1608083" cy="102475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ysClr val="windowText" lastClr="000000"/>
                </a:solidFill>
              </a:rPr>
              <a:t>Coil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301562-316C-E018-8B55-8E959DE24E64}"/>
              </a:ext>
            </a:extLst>
          </p:cNvPr>
          <p:cNvSpPr/>
          <p:nvPr/>
        </p:nvSpPr>
        <p:spPr>
          <a:xfrm>
            <a:off x="9927020" y="3200398"/>
            <a:ext cx="1608083" cy="102475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ysClr val="windowText" lastClr="000000"/>
                </a:solidFill>
              </a:rPr>
              <a:t>Specimen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C2A059-35AE-C9AA-817B-F46B243620CD}"/>
              </a:ext>
            </a:extLst>
          </p:cNvPr>
          <p:cNvSpPr/>
          <p:nvPr/>
        </p:nvSpPr>
        <p:spPr>
          <a:xfrm>
            <a:off x="3074931" y="3200395"/>
            <a:ext cx="1608083" cy="102475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ysClr val="windowText" lastClr="000000"/>
                </a:solidFill>
              </a:rPr>
              <a:t>TR Switch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9E2246B-909D-8D3E-F6D2-8FE202C658FB}"/>
              </a:ext>
            </a:extLst>
          </p:cNvPr>
          <p:cNvCxnSpPr>
            <a:endCxn id="4" idx="0"/>
          </p:cNvCxnSpPr>
          <p:nvPr/>
        </p:nvCxnSpPr>
        <p:spPr>
          <a:xfrm>
            <a:off x="1594943" y="2270234"/>
            <a:ext cx="1" cy="93016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43BD75C-7C34-0DE0-82AF-1FDBCD7783A2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2398985" y="3712775"/>
            <a:ext cx="67594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1BFBA56-B82C-EA35-8C73-98A79ABBC748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3878972" y="2270234"/>
            <a:ext cx="1" cy="93016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EAF1CBF-02EE-5E8C-BFE7-5B4ADE8FA6CA}"/>
              </a:ext>
            </a:extLst>
          </p:cNvPr>
          <p:cNvCxnSpPr>
            <a:stCxn id="8" idx="3"/>
            <a:endCxn id="5" idx="1"/>
          </p:cNvCxnSpPr>
          <p:nvPr/>
        </p:nvCxnSpPr>
        <p:spPr>
          <a:xfrm>
            <a:off x="4683014" y="3712775"/>
            <a:ext cx="675947" cy="2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F1BD279-596A-5C9C-1EBA-8D8AD1C6EB47}"/>
              </a:ext>
            </a:extLst>
          </p:cNvPr>
          <p:cNvCxnSpPr/>
          <p:nvPr/>
        </p:nvCxnSpPr>
        <p:spPr>
          <a:xfrm>
            <a:off x="6967043" y="3712774"/>
            <a:ext cx="675947" cy="2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73B2D9E-A128-3E67-D53D-AC4B2102CBDC}"/>
              </a:ext>
            </a:extLst>
          </p:cNvPr>
          <p:cNvCxnSpPr/>
          <p:nvPr/>
        </p:nvCxnSpPr>
        <p:spPr>
          <a:xfrm>
            <a:off x="9251073" y="3712774"/>
            <a:ext cx="675947" cy="2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DD76CB8-7259-604E-AD33-B4DAEE91D536}"/>
              </a:ext>
            </a:extLst>
          </p:cNvPr>
          <p:cNvSpPr txBox="1"/>
          <p:nvPr/>
        </p:nvSpPr>
        <p:spPr>
          <a:xfrm>
            <a:off x="878925" y="1776983"/>
            <a:ext cx="1432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Input Signal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992465-3C0C-A7F2-E453-48646EF84B1E}"/>
              </a:ext>
            </a:extLst>
          </p:cNvPr>
          <p:cNvSpPr txBox="1"/>
          <p:nvPr/>
        </p:nvSpPr>
        <p:spPr>
          <a:xfrm>
            <a:off x="3074937" y="1784286"/>
            <a:ext cx="1608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Output Signal</a:t>
            </a:r>
          </a:p>
        </p:txBody>
      </p:sp>
    </p:spTree>
    <p:extLst>
      <p:ext uri="{BB962C8B-B14F-4D97-AF65-F5344CB8AC3E}">
        <p14:creationId xmlns:p14="http://schemas.microsoft.com/office/powerpoint/2010/main" val="4202391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66B1F-0A0C-D025-39D8-1BC969F45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34E5D2-BB80-F545-0ABC-6A2B232E4EA7}"/>
              </a:ext>
            </a:extLst>
          </p:cNvPr>
          <p:cNvSpPr/>
          <p:nvPr/>
        </p:nvSpPr>
        <p:spPr>
          <a:xfrm>
            <a:off x="790902" y="3200395"/>
            <a:ext cx="1608083" cy="102475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ysClr val="windowText" lastClr="000000"/>
                </a:solidFill>
              </a:rPr>
              <a:t>RF Amplifier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84169A-216A-79A0-034E-5D7731A8A9B6}"/>
              </a:ext>
            </a:extLst>
          </p:cNvPr>
          <p:cNvSpPr/>
          <p:nvPr/>
        </p:nvSpPr>
        <p:spPr>
          <a:xfrm>
            <a:off x="5358961" y="3200397"/>
            <a:ext cx="1608083" cy="102475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ysClr val="windowText" lastClr="000000"/>
                </a:solidFill>
              </a:rPr>
              <a:t>Tuning Circuit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F0C607-DBB1-35CD-2CF3-A362B7E33515}"/>
              </a:ext>
            </a:extLst>
          </p:cNvPr>
          <p:cNvSpPr/>
          <p:nvPr/>
        </p:nvSpPr>
        <p:spPr>
          <a:xfrm>
            <a:off x="7642990" y="3200396"/>
            <a:ext cx="1608083" cy="102475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ysClr val="windowText" lastClr="000000"/>
                </a:solidFill>
              </a:rPr>
              <a:t>Coil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62E6BB-9C02-8AB1-7F58-9875F640E4B5}"/>
              </a:ext>
            </a:extLst>
          </p:cNvPr>
          <p:cNvSpPr/>
          <p:nvPr/>
        </p:nvSpPr>
        <p:spPr>
          <a:xfrm>
            <a:off x="9927020" y="3200398"/>
            <a:ext cx="1608083" cy="102475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ysClr val="windowText" lastClr="000000"/>
                </a:solidFill>
              </a:rPr>
              <a:t>Specimen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15A803-DE42-83D2-4B5D-892B29D240EB}"/>
              </a:ext>
            </a:extLst>
          </p:cNvPr>
          <p:cNvSpPr/>
          <p:nvPr/>
        </p:nvSpPr>
        <p:spPr>
          <a:xfrm>
            <a:off x="3074931" y="3200395"/>
            <a:ext cx="1608083" cy="102475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ysClr val="windowText" lastClr="000000"/>
                </a:solidFill>
              </a:rPr>
              <a:t>TR Switch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02F8B5B-2ACD-3A14-DA1F-F80A2565F4E1}"/>
              </a:ext>
            </a:extLst>
          </p:cNvPr>
          <p:cNvCxnSpPr>
            <a:endCxn id="4" idx="0"/>
          </p:cNvCxnSpPr>
          <p:nvPr/>
        </p:nvCxnSpPr>
        <p:spPr>
          <a:xfrm>
            <a:off x="1594943" y="2270234"/>
            <a:ext cx="1" cy="93016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104F009-FBE3-D048-5E9E-313B8918FF79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2398985" y="3712775"/>
            <a:ext cx="67594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419A808-632D-88F0-A40A-1CCFB63EB2EB}"/>
              </a:ext>
            </a:extLst>
          </p:cNvPr>
          <p:cNvSpPr txBox="1"/>
          <p:nvPr/>
        </p:nvSpPr>
        <p:spPr>
          <a:xfrm>
            <a:off x="878925" y="1776983"/>
            <a:ext cx="1432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Input Signal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2EEFEB2-3429-2768-E6FC-C1CAE68D1FA9}"/>
              </a:ext>
            </a:extLst>
          </p:cNvPr>
          <p:cNvCxnSpPr>
            <a:cxnSpLocks/>
          </p:cNvCxnSpPr>
          <p:nvPr/>
        </p:nvCxnSpPr>
        <p:spPr>
          <a:xfrm flipV="1">
            <a:off x="2736958" y="3894083"/>
            <a:ext cx="0" cy="115088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C023868-D7D0-9828-3434-074095C7F679}"/>
              </a:ext>
            </a:extLst>
          </p:cNvPr>
          <p:cNvSpPr txBox="1"/>
          <p:nvPr/>
        </p:nvSpPr>
        <p:spPr>
          <a:xfrm>
            <a:off x="2020940" y="5044966"/>
            <a:ext cx="1432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Amplified Signal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1DAFBAA-3531-6BF0-E1C8-BA0ABCCB256B}"/>
              </a:ext>
            </a:extLst>
          </p:cNvPr>
          <p:cNvCxnSpPr>
            <a:cxnSpLocks/>
          </p:cNvCxnSpPr>
          <p:nvPr/>
        </p:nvCxnSpPr>
        <p:spPr>
          <a:xfrm flipV="1">
            <a:off x="7335234" y="3894083"/>
            <a:ext cx="0" cy="115088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4028002-8FB5-580D-E9F2-4696CED2ECED}"/>
              </a:ext>
            </a:extLst>
          </p:cNvPr>
          <p:cNvSpPr txBox="1"/>
          <p:nvPr/>
        </p:nvSpPr>
        <p:spPr>
          <a:xfrm>
            <a:off x="6619216" y="5044966"/>
            <a:ext cx="1432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Tuned Signal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8436471-F36B-2E3D-03B9-40540247788B}"/>
              </a:ext>
            </a:extLst>
          </p:cNvPr>
          <p:cNvCxnSpPr>
            <a:cxnSpLocks/>
          </p:cNvCxnSpPr>
          <p:nvPr/>
        </p:nvCxnSpPr>
        <p:spPr>
          <a:xfrm flipV="1">
            <a:off x="5036096" y="3894083"/>
            <a:ext cx="0" cy="115088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C9D8CCA-E2F1-366C-1F69-2ABB26505C5F}"/>
              </a:ext>
            </a:extLst>
          </p:cNvPr>
          <p:cNvSpPr txBox="1"/>
          <p:nvPr/>
        </p:nvSpPr>
        <p:spPr>
          <a:xfrm>
            <a:off x="4001814" y="5044966"/>
            <a:ext cx="2068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Switch passes signal through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694223F-552B-1F3D-7AF8-7B364E3F26A6}"/>
              </a:ext>
            </a:extLst>
          </p:cNvPr>
          <p:cNvCxnSpPr>
            <a:cxnSpLocks/>
          </p:cNvCxnSpPr>
          <p:nvPr/>
        </p:nvCxnSpPr>
        <p:spPr>
          <a:xfrm flipV="1">
            <a:off x="9634371" y="3894083"/>
            <a:ext cx="0" cy="115088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E9A17BC-58F6-791E-6003-C9B6C7F7F825}"/>
              </a:ext>
            </a:extLst>
          </p:cNvPr>
          <p:cNvSpPr txBox="1"/>
          <p:nvPr/>
        </p:nvSpPr>
        <p:spPr>
          <a:xfrm>
            <a:off x="8865801" y="5044966"/>
            <a:ext cx="1432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Excitation Field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3C05874-68AC-1057-BF66-DB73E682AEFC}"/>
              </a:ext>
            </a:extLst>
          </p:cNvPr>
          <p:cNvCxnSpPr>
            <a:cxnSpLocks/>
          </p:cNvCxnSpPr>
          <p:nvPr/>
        </p:nvCxnSpPr>
        <p:spPr>
          <a:xfrm>
            <a:off x="4698123" y="3668101"/>
            <a:ext cx="67594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0925EE2-B9CC-981D-2083-2D1034707E93}"/>
              </a:ext>
            </a:extLst>
          </p:cNvPr>
          <p:cNvCxnSpPr>
            <a:cxnSpLocks/>
          </p:cNvCxnSpPr>
          <p:nvPr/>
        </p:nvCxnSpPr>
        <p:spPr>
          <a:xfrm>
            <a:off x="6997261" y="3654959"/>
            <a:ext cx="67594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5411F36-7FA9-C4FD-FAEC-C523D745BB3E}"/>
              </a:ext>
            </a:extLst>
          </p:cNvPr>
          <p:cNvCxnSpPr>
            <a:cxnSpLocks/>
          </p:cNvCxnSpPr>
          <p:nvPr/>
        </p:nvCxnSpPr>
        <p:spPr>
          <a:xfrm>
            <a:off x="9251074" y="3654959"/>
            <a:ext cx="67594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1270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57741-BAA6-998A-2F6B-092B9E69F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E0D77-9D94-49EA-232E-F3EC31CFC6F1}"/>
              </a:ext>
            </a:extLst>
          </p:cNvPr>
          <p:cNvSpPr/>
          <p:nvPr/>
        </p:nvSpPr>
        <p:spPr>
          <a:xfrm>
            <a:off x="5358961" y="3200397"/>
            <a:ext cx="1608083" cy="102475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ysClr val="windowText" lastClr="000000"/>
                </a:solidFill>
              </a:rPr>
              <a:t>Tuning Circuit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A0A7D4-E634-B4F6-98D0-136C65D0D446}"/>
              </a:ext>
            </a:extLst>
          </p:cNvPr>
          <p:cNvSpPr/>
          <p:nvPr/>
        </p:nvSpPr>
        <p:spPr>
          <a:xfrm>
            <a:off x="7642990" y="3200396"/>
            <a:ext cx="1608083" cy="102475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ysClr val="windowText" lastClr="000000"/>
                </a:solidFill>
              </a:rPr>
              <a:t>Coil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19312A-FBBF-9785-8157-0F81990ED1C6}"/>
              </a:ext>
            </a:extLst>
          </p:cNvPr>
          <p:cNvSpPr/>
          <p:nvPr/>
        </p:nvSpPr>
        <p:spPr>
          <a:xfrm>
            <a:off x="9927020" y="3200398"/>
            <a:ext cx="1608083" cy="102475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ysClr val="windowText" lastClr="000000"/>
                </a:solidFill>
              </a:rPr>
              <a:t>Specimen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6D4292-CEEB-244C-AE60-663765EE45F4}"/>
              </a:ext>
            </a:extLst>
          </p:cNvPr>
          <p:cNvSpPr/>
          <p:nvPr/>
        </p:nvSpPr>
        <p:spPr>
          <a:xfrm>
            <a:off x="3074931" y="3200395"/>
            <a:ext cx="1608083" cy="102475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ysClr val="windowText" lastClr="000000"/>
                </a:solidFill>
              </a:rPr>
              <a:t>TR Switch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58E4504-C84F-8344-B15B-CE25DB30BF9B}"/>
              </a:ext>
            </a:extLst>
          </p:cNvPr>
          <p:cNvCxnSpPr>
            <a:cxnSpLocks/>
          </p:cNvCxnSpPr>
          <p:nvPr/>
        </p:nvCxnSpPr>
        <p:spPr>
          <a:xfrm flipH="1" flipV="1">
            <a:off x="1566692" y="2326531"/>
            <a:ext cx="1" cy="93016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D50CBC3-44A0-5551-03FC-EF29649BF29C}"/>
              </a:ext>
            </a:extLst>
          </p:cNvPr>
          <p:cNvSpPr txBox="1"/>
          <p:nvPr/>
        </p:nvSpPr>
        <p:spPr>
          <a:xfrm>
            <a:off x="762653" y="1657117"/>
            <a:ext cx="16080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Output Signal to ADC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BA2521B-F396-D8F3-6EC2-7705BED21681}"/>
              </a:ext>
            </a:extLst>
          </p:cNvPr>
          <p:cNvCxnSpPr>
            <a:cxnSpLocks/>
            <a:stCxn id="5" idx="1"/>
            <a:endCxn id="8" idx="3"/>
          </p:cNvCxnSpPr>
          <p:nvPr/>
        </p:nvCxnSpPr>
        <p:spPr>
          <a:xfrm flipH="1" flipV="1">
            <a:off x="4683014" y="3712775"/>
            <a:ext cx="675947" cy="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F6B34F7-B836-CA52-BF9D-596ACDEEEC17}"/>
              </a:ext>
            </a:extLst>
          </p:cNvPr>
          <p:cNvCxnSpPr>
            <a:cxnSpLocks/>
          </p:cNvCxnSpPr>
          <p:nvPr/>
        </p:nvCxnSpPr>
        <p:spPr>
          <a:xfrm flipH="1" flipV="1">
            <a:off x="6967043" y="3712772"/>
            <a:ext cx="675947" cy="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961C664-4DD2-93AF-E663-7B627012C044}"/>
              </a:ext>
            </a:extLst>
          </p:cNvPr>
          <p:cNvCxnSpPr>
            <a:cxnSpLocks/>
          </p:cNvCxnSpPr>
          <p:nvPr/>
        </p:nvCxnSpPr>
        <p:spPr>
          <a:xfrm flipH="1" flipV="1">
            <a:off x="9251072" y="3712770"/>
            <a:ext cx="675947" cy="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EDA0CCC-33DE-BF9A-3F3D-29A4FCCBEC6B}"/>
              </a:ext>
            </a:extLst>
          </p:cNvPr>
          <p:cNvCxnSpPr>
            <a:cxnSpLocks/>
          </p:cNvCxnSpPr>
          <p:nvPr/>
        </p:nvCxnSpPr>
        <p:spPr>
          <a:xfrm flipV="1">
            <a:off x="7335234" y="3894083"/>
            <a:ext cx="0" cy="115088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3B777AB-AA4B-9186-177D-2770D9F2029E}"/>
              </a:ext>
            </a:extLst>
          </p:cNvPr>
          <p:cNvSpPr txBox="1"/>
          <p:nvPr/>
        </p:nvSpPr>
        <p:spPr>
          <a:xfrm>
            <a:off x="6619216" y="5044966"/>
            <a:ext cx="1432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Electric Signal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CB07680-06BB-E506-05E5-6C1397EC8123}"/>
              </a:ext>
            </a:extLst>
          </p:cNvPr>
          <p:cNvCxnSpPr>
            <a:cxnSpLocks/>
          </p:cNvCxnSpPr>
          <p:nvPr/>
        </p:nvCxnSpPr>
        <p:spPr>
          <a:xfrm flipV="1">
            <a:off x="5036096" y="3894083"/>
            <a:ext cx="0" cy="115088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4403B4A-7F4B-ED14-18C7-14900DD22383}"/>
              </a:ext>
            </a:extLst>
          </p:cNvPr>
          <p:cNvSpPr txBox="1"/>
          <p:nvPr/>
        </p:nvSpPr>
        <p:spPr>
          <a:xfrm>
            <a:off x="4001814" y="5044966"/>
            <a:ext cx="2068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Filtered Signal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FE38F20-7E7D-B60B-CC3D-CF62CF09E31B}"/>
              </a:ext>
            </a:extLst>
          </p:cNvPr>
          <p:cNvCxnSpPr>
            <a:cxnSpLocks/>
          </p:cNvCxnSpPr>
          <p:nvPr/>
        </p:nvCxnSpPr>
        <p:spPr>
          <a:xfrm flipV="1">
            <a:off x="9634371" y="3894083"/>
            <a:ext cx="0" cy="115088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CB3D06F-AFD4-BDC3-CA9D-334125844FF6}"/>
              </a:ext>
            </a:extLst>
          </p:cNvPr>
          <p:cNvSpPr txBox="1"/>
          <p:nvPr/>
        </p:nvSpPr>
        <p:spPr>
          <a:xfrm>
            <a:off x="8865801" y="5044966"/>
            <a:ext cx="1432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FID Signal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4DD08C-2DAE-9E88-BAC3-68AA8DFBE658}"/>
              </a:ext>
            </a:extLst>
          </p:cNvPr>
          <p:cNvSpPr txBox="1"/>
          <p:nvPr/>
        </p:nvSpPr>
        <p:spPr>
          <a:xfrm>
            <a:off x="1702676" y="5091132"/>
            <a:ext cx="2068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Switch passes signal to output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28E6D9-7F3F-6452-9305-C34D4A1BC9AB}"/>
              </a:ext>
            </a:extLst>
          </p:cNvPr>
          <p:cNvSpPr/>
          <p:nvPr/>
        </p:nvSpPr>
        <p:spPr>
          <a:xfrm>
            <a:off x="790902" y="3200395"/>
            <a:ext cx="1608083" cy="102475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ysClr val="windowText" lastClr="000000"/>
                </a:solidFill>
              </a:rPr>
              <a:t>RF Pre-Amplifier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8BDAF2D-7738-7B71-05E4-D17833A85E28}"/>
              </a:ext>
            </a:extLst>
          </p:cNvPr>
          <p:cNvCxnSpPr>
            <a:cxnSpLocks/>
            <a:endCxn id="3" idx="3"/>
          </p:cNvCxnSpPr>
          <p:nvPr/>
        </p:nvCxnSpPr>
        <p:spPr>
          <a:xfrm flipH="1">
            <a:off x="2398985" y="3712770"/>
            <a:ext cx="696309" cy="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0305AB0-2B19-31CF-9239-6FDB80442587}"/>
              </a:ext>
            </a:extLst>
          </p:cNvPr>
          <p:cNvCxnSpPr>
            <a:cxnSpLocks/>
          </p:cNvCxnSpPr>
          <p:nvPr/>
        </p:nvCxnSpPr>
        <p:spPr>
          <a:xfrm flipV="1">
            <a:off x="2736958" y="3894083"/>
            <a:ext cx="0" cy="115088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8769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B2F6D-9377-34AE-9D20-983B48E3C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891F66F-B0B5-530F-3F4E-B6567AF9B370}"/>
              </a:ext>
            </a:extLst>
          </p:cNvPr>
          <p:cNvSpPr/>
          <p:nvPr/>
        </p:nvSpPr>
        <p:spPr>
          <a:xfrm>
            <a:off x="323951" y="2214505"/>
            <a:ext cx="1882990" cy="7173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>
                <a:solidFill>
                  <a:sysClr val="windowText" lastClr="000000"/>
                </a:solidFill>
              </a:rPr>
              <a:t>RF Amplifier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DC9CB5-4EC1-DD87-6B64-14531F14AF01}"/>
              </a:ext>
            </a:extLst>
          </p:cNvPr>
          <p:cNvSpPr/>
          <p:nvPr/>
        </p:nvSpPr>
        <p:spPr>
          <a:xfrm>
            <a:off x="4966849" y="3185144"/>
            <a:ext cx="2107496" cy="10247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>
                <a:solidFill>
                  <a:sysClr val="windowText" lastClr="000000"/>
                </a:solidFill>
              </a:rPr>
              <a:t>Tuning Circuit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CB1E0F-6B3F-12DD-62CC-4D1EC66AC9D1}"/>
              </a:ext>
            </a:extLst>
          </p:cNvPr>
          <p:cNvSpPr/>
          <p:nvPr/>
        </p:nvSpPr>
        <p:spPr>
          <a:xfrm>
            <a:off x="7672338" y="3200289"/>
            <a:ext cx="1242850" cy="10247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>
                <a:solidFill>
                  <a:sysClr val="windowText" lastClr="000000"/>
                </a:solidFill>
              </a:rPr>
              <a:t>Coil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0F596A-C616-8601-A05E-0B511EF3B3ED}"/>
              </a:ext>
            </a:extLst>
          </p:cNvPr>
          <p:cNvSpPr/>
          <p:nvPr/>
        </p:nvSpPr>
        <p:spPr>
          <a:xfrm>
            <a:off x="2833802" y="3343659"/>
            <a:ext cx="1691675" cy="10247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>
                <a:solidFill>
                  <a:sysClr val="windowText" lastClr="000000"/>
                </a:solidFill>
              </a:rPr>
              <a:t>TR Switch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8DC8739E-6D7B-0E8A-BB66-BEF49083AD78}"/>
              </a:ext>
            </a:extLst>
          </p:cNvPr>
          <p:cNvSpPr/>
          <p:nvPr/>
        </p:nvSpPr>
        <p:spPr>
          <a:xfrm>
            <a:off x="2138954" y="3002780"/>
            <a:ext cx="796487" cy="307435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1EC7CA85-609A-0200-7A3C-15D1A6DCD1C8}"/>
              </a:ext>
            </a:extLst>
          </p:cNvPr>
          <p:cNvSpPr/>
          <p:nvPr/>
        </p:nvSpPr>
        <p:spPr>
          <a:xfrm>
            <a:off x="4356432" y="2951935"/>
            <a:ext cx="796487" cy="307435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38A3E526-349A-B72F-10A4-B83F1CDD92E4}"/>
              </a:ext>
            </a:extLst>
          </p:cNvPr>
          <p:cNvSpPr/>
          <p:nvPr/>
        </p:nvSpPr>
        <p:spPr>
          <a:xfrm>
            <a:off x="6778836" y="3002780"/>
            <a:ext cx="796487" cy="307435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778C0043-5346-FB97-06A5-A2CEADA97979}"/>
              </a:ext>
            </a:extLst>
          </p:cNvPr>
          <p:cNvSpPr/>
          <p:nvPr/>
        </p:nvSpPr>
        <p:spPr>
          <a:xfrm rot="5400000">
            <a:off x="674245" y="1331622"/>
            <a:ext cx="1144328" cy="302176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D4E26C-DC20-4FB3-D9A0-185A9F94DEFA}"/>
              </a:ext>
            </a:extLst>
          </p:cNvPr>
          <p:cNvSpPr txBox="1"/>
          <p:nvPr/>
        </p:nvSpPr>
        <p:spPr>
          <a:xfrm>
            <a:off x="337578" y="332637"/>
            <a:ext cx="1855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>
                <a:solidFill>
                  <a:srgbClr val="0070C0"/>
                </a:solidFill>
              </a:rPr>
              <a:t>Input Signal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128DDC-0C51-CE21-BE79-575ECB35446E}"/>
              </a:ext>
            </a:extLst>
          </p:cNvPr>
          <p:cNvSpPr txBox="1"/>
          <p:nvPr/>
        </p:nvSpPr>
        <p:spPr>
          <a:xfrm>
            <a:off x="8838306" y="3395095"/>
            <a:ext cx="16097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>
                <a:solidFill>
                  <a:srgbClr val="0070C0"/>
                </a:solidFill>
              </a:rPr>
              <a:t>RF Excitation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DF32E723-5857-3188-DEDB-1B6D63255436}"/>
              </a:ext>
            </a:extLst>
          </p:cNvPr>
          <p:cNvSpPr/>
          <p:nvPr/>
        </p:nvSpPr>
        <p:spPr>
          <a:xfrm flipH="1">
            <a:off x="4349682" y="2360345"/>
            <a:ext cx="796488" cy="307434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9A67C7E3-328A-A2D8-2288-8B4D180461ED}"/>
              </a:ext>
            </a:extLst>
          </p:cNvPr>
          <p:cNvSpPr/>
          <p:nvPr/>
        </p:nvSpPr>
        <p:spPr>
          <a:xfrm flipH="1">
            <a:off x="6764322" y="2360344"/>
            <a:ext cx="796487" cy="307435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7D32FAD0-73CE-8B1C-BD3C-A7C186084BA9}"/>
              </a:ext>
            </a:extLst>
          </p:cNvPr>
          <p:cNvSpPr/>
          <p:nvPr/>
        </p:nvSpPr>
        <p:spPr>
          <a:xfrm rot="5400000" flipH="1">
            <a:off x="3042525" y="1287642"/>
            <a:ext cx="1144327" cy="302175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3D44564-FDB8-E9AC-616D-4AFE28215CC6}"/>
              </a:ext>
            </a:extLst>
          </p:cNvPr>
          <p:cNvSpPr txBox="1"/>
          <p:nvPr/>
        </p:nvSpPr>
        <p:spPr>
          <a:xfrm>
            <a:off x="2537871" y="338264"/>
            <a:ext cx="21390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>
                <a:solidFill>
                  <a:srgbClr val="00B050"/>
                </a:solidFill>
              </a:rPr>
              <a:t>Output Signal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F530FD-9C65-32AD-1D67-BF94C67FB4EA}"/>
              </a:ext>
            </a:extLst>
          </p:cNvPr>
          <p:cNvSpPr txBox="1"/>
          <p:nvPr/>
        </p:nvSpPr>
        <p:spPr>
          <a:xfrm>
            <a:off x="8754159" y="1108578"/>
            <a:ext cx="17780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>
                <a:solidFill>
                  <a:srgbClr val="00B050"/>
                </a:solidFill>
              </a:rPr>
              <a:t>Free Induction Decay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06EDC07-D289-1EC7-4CCD-88A615667922}"/>
              </a:ext>
            </a:extLst>
          </p:cNvPr>
          <p:cNvSpPr/>
          <p:nvPr/>
        </p:nvSpPr>
        <p:spPr>
          <a:xfrm>
            <a:off x="671190" y="6172934"/>
            <a:ext cx="1242850" cy="440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>
                <a:solidFill>
                  <a:sysClr val="windowText" lastClr="000000"/>
                </a:solidFill>
              </a:rPr>
              <a:t>Arduino</a:t>
            </a:r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8A28FB4F-7458-17A5-F325-6CFDA8FFD1D8}"/>
              </a:ext>
            </a:extLst>
          </p:cNvPr>
          <p:cNvSpPr/>
          <p:nvPr/>
        </p:nvSpPr>
        <p:spPr>
          <a:xfrm rot="5400000" flipH="1">
            <a:off x="612432" y="4250820"/>
            <a:ext cx="1223116" cy="257338"/>
          </a:xfrm>
          <a:prstGeom prst="righ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7030A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B47FCEB-0CC8-EE88-E1E9-FA5C46B563DB}"/>
              </a:ext>
            </a:extLst>
          </p:cNvPr>
          <p:cNvSpPr txBox="1"/>
          <p:nvPr/>
        </p:nvSpPr>
        <p:spPr>
          <a:xfrm>
            <a:off x="1265446" y="4000419"/>
            <a:ext cx="14320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>
                <a:solidFill>
                  <a:srgbClr val="7030A0"/>
                </a:solidFill>
              </a:rPr>
              <a:t>DB25 Interface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7B3BC2D-15EC-C7E4-F09D-D01E306E136B}"/>
              </a:ext>
            </a:extLst>
          </p:cNvPr>
          <p:cNvSpPr/>
          <p:nvPr/>
        </p:nvSpPr>
        <p:spPr>
          <a:xfrm>
            <a:off x="4229095" y="6172934"/>
            <a:ext cx="1242850" cy="4269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>
                <a:solidFill>
                  <a:sysClr val="windowText" lastClr="000000"/>
                </a:solidFill>
              </a:rPr>
              <a:t>GUI</a:t>
            </a:r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D837F13D-4068-E28A-853D-EACCE1CB0A2B}"/>
              </a:ext>
            </a:extLst>
          </p:cNvPr>
          <p:cNvSpPr/>
          <p:nvPr/>
        </p:nvSpPr>
        <p:spPr>
          <a:xfrm flipH="1">
            <a:off x="2171862" y="5735080"/>
            <a:ext cx="1615278" cy="307435"/>
          </a:xfrm>
          <a:prstGeom prst="righ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3B2687A-66E9-0A1E-2EF3-E9A7DB3AC995}"/>
              </a:ext>
            </a:extLst>
          </p:cNvPr>
          <p:cNvSpPr txBox="1"/>
          <p:nvPr/>
        </p:nvSpPr>
        <p:spPr>
          <a:xfrm>
            <a:off x="2264997" y="5358608"/>
            <a:ext cx="15147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>
                <a:solidFill>
                  <a:srgbClr val="7030A0"/>
                </a:solidFill>
              </a:rPr>
              <a:t>Serial</a:t>
            </a:r>
          </a:p>
        </p:txBody>
      </p:sp>
      <p:pic>
        <p:nvPicPr>
          <p:cNvPr id="1026" name="Picture 2" descr="Free Laptop Clipart Transparent, Download Free Laptop Clipart Transparent png images, Free ...">
            <a:extLst>
              <a:ext uri="{FF2B5EF4-FFF2-40B4-BE49-F238E27FC236}">
                <a16:creationId xmlns:a16="http://schemas.microsoft.com/office/drawing/2014/main" id="{82ED1D48-94E5-9AC0-71AF-BD5CD7156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862" y="4796848"/>
            <a:ext cx="1411339" cy="141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rduino Mega 2560 Rev3 — Характеристики, распиновка, описание - DIY и Электроника">
            <a:extLst>
              <a:ext uri="{FF2B5EF4-FFF2-40B4-BE49-F238E27FC236}">
                <a16:creationId xmlns:a16="http://schemas.microsoft.com/office/drawing/2014/main" id="{71E62014-EB2F-101E-2AD8-ED1804BEE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592" y="5099248"/>
            <a:ext cx="1516478" cy="1136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2BB1A87-5486-626F-8995-5146A31A87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876" r="9413"/>
          <a:stretch>
            <a:fillRect/>
          </a:stretch>
        </p:blipFill>
        <p:spPr>
          <a:xfrm>
            <a:off x="7651496" y="2171546"/>
            <a:ext cx="1363917" cy="1257454"/>
          </a:xfrm>
          <a:prstGeom prst="rect">
            <a:avLst/>
          </a:prstGeom>
        </p:spPr>
      </p:pic>
      <p:sp>
        <p:nvSpPr>
          <p:cNvPr id="51" name="AutoShape 6" descr="Image">
            <a:extLst>
              <a:ext uri="{FF2B5EF4-FFF2-40B4-BE49-F238E27FC236}">
                <a16:creationId xmlns:a16="http://schemas.microsoft.com/office/drawing/2014/main" id="{45603849-F60E-D4D5-30AC-CB4EA05350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30256" y="4543946"/>
            <a:ext cx="1691674" cy="1691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46FF268E-9AE2-ECD2-0977-D6A380FBF5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024" y="2179477"/>
            <a:ext cx="1215977" cy="1513932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DF500FE8-BBFD-B287-A258-14BD17A572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428" y="2763506"/>
            <a:ext cx="1721572" cy="896224"/>
          </a:xfrm>
          <a:prstGeom prst="rect">
            <a:avLst/>
          </a:prstGeom>
        </p:spPr>
      </p:pic>
      <p:pic>
        <p:nvPicPr>
          <p:cNvPr id="1032" name="Picture 8" descr="Human Head Silhouette Vector Art, Icons, and Graphics for Free Download">
            <a:extLst>
              <a:ext uri="{FF2B5EF4-FFF2-40B4-BE49-F238E27FC236}">
                <a16:creationId xmlns:a16="http://schemas.microsoft.com/office/drawing/2014/main" id="{78B0008B-5D2B-5FC6-BC53-0F97A05031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99" t="15749" r="16541" b="8198"/>
          <a:stretch>
            <a:fillRect/>
          </a:stretch>
        </p:blipFill>
        <p:spPr bwMode="auto">
          <a:xfrm>
            <a:off x="10269967" y="2279878"/>
            <a:ext cx="1059154" cy="1257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26CED234-C3A1-7C18-F2BB-8F5BC920ABF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27660" b="75887" l="21543" r="76463">
                        <a14:foregroundMark x1="24202" y1="60993" x2="24202" y2="60993"/>
                        <a14:foregroundMark x1="64362" y1="54610" x2="64362" y2="54610"/>
                        <a14:foregroundMark x1="56915" y1="50887" x2="56915" y2="50887"/>
                        <a14:foregroundMark x1="76463" y1="53014" x2="76463" y2="53014"/>
                        <a14:foregroundMark x1="25133" y1="57801" x2="25133" y2="57801"/>
                        <a14:foregroundMark x1="21543" y1="60638" x2="21543" y2="60638"/>
                        <a14:foregroundMark x1="49202" y1="27660" x2="49202" y2="27660"/>
                        <a14:backgroundMark x1="38830" y1="65248" x2="38830" y2="65248"/>
                        <a14:backgroundMark x1="39761" y1="61170" x2="39761" y2="611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717" t="23281" r="19206" b="18095"/>
          <a:stretch>
            <a:fillRect/>
          </a:stretch>
        </p:blipFill>
        <p:spPr>
          <a:xfrm>
            <a:off x="5241342" y="2360343"/>
            <a:ext cx="1446807" cy="1024759"/>
          </a:xfrm>
          <a:prstGeom prst="rect">
            <a:avLst/>
          </a:prstGeom>
        </p:spPr>
      </p:pic>
      <p:sp>
        <p:nvSpPr>
          <p:cNvPr id="59" name="Arrow: Right 58">
            <a:extLst>
              <a:ext uri="{FF2B5EF4-FFF2-40B4-BE49-F238E27FC236}">
                <a16:creationId xmlns:a16="http://schemas.microsoft.com/office/drawing/2014/main" id="{8F55F1F6-C3A2-6EEE-1E00-AB277B1CDC94}"/>
              </a:ext>
            </a:extLst>
          </p:cNvPr>
          <p:cNvSpPr/>
          <p:nvPr/>
        </p:nvSpPr>
        <p:spPr>
          <a:xfrm>
            <a:off x="9211587" y="2951935"/>
            <a:ext cx="796487" cy="307435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0" name="Arrow: Right 59">
            <a:extLst>
              <a:ext uri="{FF2B5EF4-FFF2-40B4-BE49-F238E27FC236}">
                <a16:creationId xmlns:a16="http://schemas.microsoft.com/office/drawing/2014/main" id="{E543113A-B30B-F595-BA1C-C57DC736C746}"/>
              </a:ext>
            </a:extLst>
          </p:cNvPr>
          <p:cNvSpPr/>
          <p:nvPr/>
        </p:nvSpPr>
        <p:spPr>
          <a:xfrm flipH="1">
            <a:off x="9204837" y="2360345"/>
            <a:ext cx="796488" cy="307434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9608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958296567F55479618E4626E15774D" ma:contentTypeVersion="13" ma:contentTypeDescription="Create a new document." ma:contentTypeScope="" ma:versionID="ee00ed77a8e18223cc13f8dfe490c681">
  <xsd:schema xmlns:xsd="http://www.w3.org/2001/XMLSchema" xmlns:xs="http://www.w3.org/2001/XMLSchema" xmlns:p="http://schemas.microsoft.com/office/2006/metadata/properties" xmlns:ns2="0253f0df-bd42-4819-bdab-5c640e426358" xmlns:ns3="bc8b61a2-6b32-45fb-9748-88609e09ff0c" targetNamespace="http://schemas.microsoft.com/office/2006/metadata/properties" ma:root="true" ma:fieldsID="af4b2bddd77165b4881885ada33bddf8" ns2:_="" ns3:_="">
    <xsd:import namespace="0253f0df-bd42-4819-bdab-5c640e426358"/>
    <xsd:import namespace="bc8b61a2-6b32-45fb-9748-88609e09ff0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53f0df-bd42-4819-bdab-5c640e4263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d23ff3b-8b4b-4ebe-81e4-de565bb03cb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8b61a2-6b32-45fb-9748-88609e09ff0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f5b7561-e426-4cf3-9aa2-8eafa6124aa9}" ma:internalName="TaxCatchAll" ma:showField="CatchAllData" ma:web="bc8b61a2-6b32-45fb-9748-88609e09ff0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253f0df-bd42-4819-bdab-5c640e426358">
      <Terms xmlns="http://schemas.microsoft.com/office/infopath/2007/PartnerControls"/>
    </lcf76f155ced4ddcb4097134ff3c332f>
    <TaxCatchAll xmlns="bc8b61a2-6b32-45fb-9748-88609e09ff0c" xsi:nil="true"/>
  </documentManagement>
</p:properties>
</file>

<file path=customXml/itemProps1.xml><?xml version="1.0" encoding="utf-8"?>
<ds:datastoreItem xmlns:ds="http://schemas.openxmlformats.org/officeDocument/2006/customXml" ds:itemID="{4EF275F9-3FB9-4932-A559-83B3E28AB935}"/>
</file>

<file path=customXml/itemProps2.xml><?xml version="1.0" encoding="utf-8"?>
<ds:datastoreItem xmlns:ds="http://schemas.openxmlformats.org/officeDocument/2006/customXml" ds:itemID="{A85B137E-3565-4D11-8880-247955694BE6}"/>
</file>

<file path=customXml/itemProps3.xml><?xml version="1.0" encoding="utf-8"?>
<ds:datastoreItem xmlns:ds="http://schemas.openxmlformats.org/officeDocument/2006/customXml" ds:itemID="{0680475F-6EAF-4E36-ABBA-0E5B7594F49F}"/>
</file>

<file path=docProps/app.xml><?xml version="1.0" encoding="utf-8"?>
<Properties xmlns="http://schemas.openxmlformats.org/officeDocument/2006/extended-properties" xmlns:vt="http://schemas.openxmlformats.org/officeDocument/2006/docPropsVTypes">
  <TotalTime>833</TotalTime>
  <Words>76</Words>
  <Application>Microsoft Office PowerPoint</Application>
  <PresentationFormat>Widescreen</PresentationFormat>
  <Paragraphs>39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Spencer Tourigny</dc:creator>
  <cp:lastModifiedBy>Spencer Tourigny</cp:lastModifiedBy>
  <cp:revision>20</cp:revision>
  <dcterms:created xsi:type="dcterms:W3CDTF">2025-11-11T18:55:39Z</dcterms:created>
  <dcterms:modified xsi:type="dcterms:W3CDTF">2026-03-27T04:25:19Z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0x01010014958296567F55479618E4626E15774D</vt:lpwstr>
  </property>
</Properties>
</file>