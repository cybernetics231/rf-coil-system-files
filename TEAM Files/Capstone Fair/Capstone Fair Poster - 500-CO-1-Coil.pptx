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D1319AC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9" r:id="rId5"/>
  </p:sldIdLst>
  <p:sldSz cx="43900725" cy="32918400"/>
  <p:notesSz cx="6858000" cy="9144000"/>
  <p:defaultTextStyle>
    <a:defPPr>
      <a:defRPr lang="en-US"/>
    </a:defPPr>
    <a:lvl1pPr marL="0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789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577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4366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9154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3943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8732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3520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8309" algn="l" defTabSz="2194789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3" userDrawn="1">
          <p15:clr>
            <a:srgbClr val="A4A3A4"/>
          </p15:clr>
        </p15:guide>
        <p15:guide id="2" pos="26369" userDrawn="1">
          <p15:clr>
            <a:srgbClr val="A4A3A4"/>
          </p15:clr>
        </p15:guide>
        <p15:guide id="3" pos="1285" userDrawn="1">
          <p15:clr>
            <a:srgbClr val="A4A3A4"/>
          </p15:clr>
        </p15:guide>
        <p15:guide id="4" orient="horz" pos="19463" userDrawn="1">
          <p15:clr>
            <a:srgbClr val="A4A3A4"/>
          </p15:clr>
        </p15:guide>
        <p15:guide id="5" orient="horz" pos="3836" userDrawn="1">
          <p15:clr>
            <a:srgbClr val="A4A3A4"/>
          </p15:clr>
        </p15:guide>
        <p15:guide id="6" orient="horz" pos="315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F3672E-3545-35C0-3E81-1B64C999B25D}" name="Kenshin Pacle" initials="KP" userId="S::kenshin.pacle@ucalgary.ca::2937d044-2fd4-475c-8dbf-7fa5d3aa49ee" providerId="AD"/>
  <p188:author id="{73420E73-3619-40FE-02FD-465849E3A054}" name="Ian Washington" initials="IW" userId="S::ian.washington@ucalgary.ca::2f1fa85e-0ccf-4553-8ed4-8c131883ac61" providerId="AD"/>
  <p188:author id="{B082D4F6-1512-D30A-8974-7AD0D194DEBE}" name="Jennifer Bee" initials="JB" userId="S::jennifer.bee@ucalgary.ca::6afcfa92-d578-48bc-b05e-a2abab22e4d2" providerId="AD"/>
  <p188:author id="{4CC56DF9-EC40-8C9F-E1AC-1E052017695B}" name="Spencer Tourigny" initials="ST" userId="S::spencer.tourigny@ucalgary.ca::f7e4785c-b5c9-48ca-84b1-2481744aae67" providerId="AD"/>
  <p188:author id="{A6C1DAF9-264A-82CE-5279-9C0F16A5FC85}" name="Sonny Bruni" initials="SB" userId="S::sonny.bruni@ucalgary.ca::05795fa0-cb95-44af-8def-fe1b1ee652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0000"/>
    <a:srgbClr val="EE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00347-CFF7-E475-B892-3518549487A8}" v="12" dt="2026-04-12T00:27:11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73"/>
        <p:guide pos="26369"/>
        <p:guide pos="1285"/>
        <p:guide orient="horz" pos="19463"/>
        <p:guide orient="horz" pos="3836"/>
        <p:guide orient="horz" pos="31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Washington" userId="S::ian.washington@ucalgary.ca::2f1fa85e-0ccf-4553-8ed4-8c131883ac61" providerId="AD" clId="Web-{74968B5B-D68B-51E1-A664-5C6A16F8A8C1}"/>
    <pc:docChg chg="modSld">
      <pc:chgData name="Ian Washington" userId="S::ian.washington@ucalgary.ca::2f1fa85e-0ccf-4553-8ed4-8c131883ac61" providerId="AD" clId="Web-{74968B5B-D68B-51E1-A664-5C6A16F8A8C1}" dt="2026-03-26T23:35:32.323" v="29"/>
      <pc:docMkLst>
        <pc:docMk/>
      </pc:docMkLst>
      <pc:sldChg chg="addSp delSp modSp">
        <pc:chgData name="Ian Washington" userId="S::ian.washington@ucalgary.ca::2f1fa85e-0ccf-4553-8ed4-8c131883ac61" providerId="AD" clId="Web-{74968B5B-D68B-51E1-A664-5C6A16F8A8C1}" dt="2026-03-26T23:35:32.323" v="29"/>
        <pc:sldMkLst>
          <pc:docMk/>
          <pc:sldMk cId="3509689037" sldId="259"/>
        </pc:sldMkLst>
        <pc:spChg chg="mod">
          <ac:chgData name="Ian Washington" userId="S::ian.washington@ucalgary.ca::2f1fa85e-0ccf-4553-8ed4-8c131883ac61" providerId="AD" clId="Web-{74968B5B-D68B-51E1-A664-5C6A16F8A8C1}" dt="2026-03-26T23:31:04.885" v="27" actId="14100"/>
          <ac:spMkLst>
            <pc:docMk/>
            <pc:sldMk cId="3509689037" sldId="259"/>
            <ac:spMk id="41" creationId="{B85A607F-3A39-614A-9BA9-51D5593EE65E}"/>
          </ac:spMkLst>
        </pc:spChg>
        <pc:picChg chg="mod">
          <ac:chgData name="Ian Washington" userId="S::ian.washington@ucalgary.ca::2f1fa85e-0ccf-4553-8ed4-8c131883ac61" providerId="AD" clId="Web-{74968B5B-D68B-51E1-A664-5C6A16F8A8C1}" dt="2026-03-26T23:27:18.611" v="6" actId="14100"/>
          <ac:picMkLst>
            <pc:docMk/>
            <pc:sldMk cId="3509689037" sldId="259"/>
            <ac:picMk id="30" creationId="{B91021CA-555A-C59C-5F09-2530448AEAB6}"/>
          </ac:picMkLst>
        </pc:picChg>
        <pc:picChg chg="mod modCrop">
          <ac:chgData name="Ian Washington" userId="S::ian.washington@ucalgary.ca::2f1fa85e-0ccf-4553-8ed4-8c131883ac61" providerId="AD" clId="Web-{74968B5B-D68B-51E1-A664-5C6A16F8A8C1}" dt="2026-03-26T23:28:58.131" v="22"/>
          <ac:picMkLst>
            <pc:docMk/>
            <pc:sldMk cId="3509689037" sldId="259"/>
            <ac:picMk id="1047" creationId="{7F04F163-227C-ED50-A133-600A34112719}"/>
          </ac:picMkLst>
        </pc:picChg>
        <pc:picChg chg="mod modCrop">
          <ac:chgData name="Ian Washington" userId="S::ian.washington@ucalgary.ca::2f1fa85e-0ccf-4553-8ed4-8c131883ac61" providerId="AD" clId="Web-{74968B5B-D68B-51E1-A664-5C6A16F8A8C1}" dt="2026-03-26T23:35:32.323" v="29"/>
          <ac:picMkLst>
            <pc:docMk/>
            <pc:sldMk cId="3509689037" sldId="259"/>
            <ac:picMk id="1052" creationId="{E3EDBCC9-6A9D-FE78-C276-C18B6718EAA7}"/>
          </ac:picMkLst>
        </pc:picChg>
      </pc:sldChg>
    </pc:docChg>
  </pc:docChgLst>
  <pc:docChgLst>
    <pc:chgData name="Kenshin Pacle" userId="2937d044-2fd4-475c-8dbf-7fa5d3aa49ee" providerId="ADAL" clId="{CF1123C0-B67C-42D3-B755-4B81EF84D1BD}"/>
    <pc:docChg chg="undo custSel modSld">
      <pc:chgData name="Kenshin Pacle" userId="2937d044-2fd4-475c-8dbf-7fa5d3aa49ee" providerId="ADAL" clId="{CF1123C0-B67C-42D3-B755-4B81EF84D1BD}" dt="2026-03-26T22:00:47.005" v="1298" actId="12"/>
      <pc:docMkLst>
        <pc:docMk/>
      </pc:docMkLst>
      <pc:sldChg chg="addSp delSp modSp mod">
        <pc:chgData name="Kenshin Pacle" userId="2937d044-2fd4-475c-8dbf-7fa5d3aa49ee" providerId="ADAL" clId="{CF1123C0-B67C-42D3-B755-4B81EF84D1BD}" dt="2026-03-26T22:00:47.005" v="1298" actId="12"/>
        <pc:sldMkLst>
          <pc:docMk/>
          <pc:sldMk cId="3509689037" sldId="259"/>
        </pc:sldMkLst>
        <pc:spChg chg="mod">
          <ac:chgData name="Kenshin Pacle" userId="2937d044-2fd4-475c-8dbf-7fa5d3aa49ee" providerId="ADAL" clId="{CF1123C0-B67C-42D3-B755-4B81EF84D1BD}" dt="2026-03-25T19:07:46.257" v="842" actId="1076"/>
          <ac:spMkLst>
            <pc:docMk/>
            <pc:sldMk cId="3509689037" sldId="259"/>
            <ac:spMk id="14" creationId="{6C85130F-E3F6-5CCF-BEA7-A56DCE8F7054}"/>
          </ac:spMkLst>
        </pc:spChg>
        <pc:picChg chg="add mod">
          <ac:chgData name="Kenshin Pacle" userId="2937d044-2fd4-475c-8dbf-7fa5d3aa49ee" providerId="ADAL" clId="{CF1123C0-B67C-42D3-B755-4B81EF84D1BD}" dt="2026-03-25T19:11:24.920" v="931" actId="1076"/>
          <ac:picMkLst>
            <pc:docMk/>
            <pc:sldMk cId="3509689037" sldId="259"/>
            <ac:picMk id="20" creationId="{97F2C197-A7FC-9D7B-661A-A63119062580}"/>
          </ac:picMkLst>
        </pc:picChg>
      </pc:sldChg>
    </pc:docChg>
  </pc:docChgLst>
  <pc:docChgLst>
    <pc:chgData name="Yuri Lemermeyer" userId="S::yuri.lemermeyer@ucalgary.ca::c405f2a7-0f5b-4c57-bcef-b0f867670606" providerId="AD" clId="Web-{60D52845-D1AC-E5F4-A39A-27033E1EA2F4}"/>
    <pc:docChg chg="modSld">
      <pc:chgData name="Yuri Lemermeyer" userId="S::yuri.lemermeyer@ucalgary.ca::c405f2a7-0f5b-4c57-bcef-b0f867670606" providerId="AD" clId="Web-{60D52845-D1AC-E5F4-A39A-27033E1EA2F4}" dt="2026-03-25T17:36:42.657" v="258"/>
      <pc:docMkLst>
        <pc:docMk/>
      </pc:docMkLst>
      <pc:sldChg chg="addSp delSp modSp">
        <pc:chgData name="Yuri Lemermeyer" userId="S::yuri.lemermeyer@ucalgary.ca::c405f2a7-0f5b-4c57-bcef-b0f867670606" providerId="AD" clId="Web-{60D52845-D1AC-E5F4-A39A-27033E1EA2F4}" dt="2026-03-25T17:36:42.657" v="258"/>
        <pc:sldMkLst>
          <pc:docMk/>
          <pc:sldMk cId="3509689037" sldId="259"/>
        </pc:sldMkLst>
        <pc:picChg chg="mod">
          <ac:chgData name="Yuri Lemermeyer" userId="S::yuri.lemermeyer@ucalgary.ca::c405f2a7-0f5b-4c57-bcef-b0f867670606" providerId="AD" clId="Web-{60D52845-D1AC-E5F4-A39A-27033E1EA2F4}" dt="2026-03-25T17:36:25.016" v="257" actId="1076"/>
          <ac:picMkLst>
            <pc:docMk/>
            <pc:sldMk cId="3509689037" sldId="259"/>
            <ac:picMk id="10" creationId="{070A5DE8-E0DB-5E00-02EB-D3B90A10DED4}"/>
          </ac:picMkLst>
        </pc:picChg>
      </pc:sldChg>
    </pc:docChg>
  </pc:docChgLst>
  <pc:docChgLst>
    <pc:chgData name="Sonny Bruni" userId="05795fa0-cb95-44af-8def-fe1b1ee65207" providerId="ADAL" clId="{0F6FF24C-EE47-4E6E-BB58-BB15C3B7A266}"/>
    <pc:docChg chg="undo custSel modSld">
      <pc:chgData name="Sonny Bruni" userId="05795fa0-cb95-44af-8def-fe1b1ee65207" providerId="ADAL" clId="{0F6FF24C-EE47-4E6E-BB58-BB15C3B7A266}" dt="2026-03-25T20:57:31.814" v="806" actId="208"/>
      <pc:docMkLst>
        <pc:docMk/>
      </pc:docMkLst>
      <pc:sldChg chg="addSp delSp modSp mod">
        <pc:chgData name="Sonny Bruni" userId="05795fa0-cb95-44af-8def-fe1b1ee65207" providerId="ADAL" clId="{0F6FF24C-EE47-4E6E-BB58-BB15C3B7A266}" dt="2026-03-25T20:57:31.814" v="806" actId="208"/>
        <pc:sldMkLst>
          <pc:docMk/>
          <pc:sldMk cId="3509689037" sldId="259"/>
        </pc:sldMkLst>
        <pc:picChg chg="add mod">
          <ac:chgData name="Sonny Bruni" userId="05795fa0-cb95-44af-8def-fe1b1ee65207" providerId="ADAL" clId="{0F6FF24C-EE47-4E6E-BB58-BB15C3B7A266}" dt="2026-03-25T20:57:26.185" v="805" actId="208"/>
          <ac:picMkLst>
            <pc:docMk/>
            <pc:sldMk cId="3509689037" sldId="259"/>
            <ac:picMk id="28" creationId="{BEDB63AD-EA23-4060-F687-7FF9FA06333E}"/>
          </ac:picMkLst>
        </pc:picChg>
      </pc:sldChg>
    </pc:docChg>
  </pc:docChgLst>
  <pc:docChgLst>
    <pc:chgData name="Jennifer Bee" userId="S::jennifer.bee@ucalgary.ca::6afcfa92-d578-48bc-b05e-a2abab22e4d2" providerId="AD" clId="Web-{A0D61FE8-2E45-084C-DAC8-D05744E5DFB0}"/>
    <pc:docChg chg="modSld">
      <pc:chgData name="Jennifer Bee" userId="S::jennifer.bee@ucalgary.ca::6afcfa92-d578-48bc-b05e-a2abab22e4d2" providerId="AD" clId="Web-{A0D61FE8-2E45-084C-DAC8-D05744E5DFB0}" dt="2026-03-26T22:33:04.846" v="305" actId="1076"/>
      <pc:docMkLst>
        <pc:docMk/>
      </pc:docMkLst>
      <pc:sldChg chg="delSp modSp modCm">
        <pc:chgData name="Jennifer Bee" userId="S::jennifer.bee@ucalgary.ca::6afcfa92-d578-48bc-b05e-a2abab22e4d2" providerId="AD" clId="Web-{A0D61FE8-2E45-084C-DAC8-D05744E5DFB0}" dt="2026-03-26T22:33:04.846" v="305" actId="1076"/>
        <pc:sldMkLst>
          <pc:docMk/>
          <pc:sldMk cId="3509689037" sldId="259"/>
        </pc:sldMkLst>
        <pc:spChg chg="mod">
          <ac:chgData name="Jennifer Bee" userId="S::jennifer.bee@ucalgary.ca::6afcfa92-d578-48bc-b05e-a2abab22e4d2" providerId="AD" clId="Web-{A0D61FE8-2E45-084C-DAC8-D05744E5DFB0}" dt="2026-03-26T22:30:53.584" v="292" actId="1076"/>
          <ac:spMkLst>
            <pc:docMk/>
            <pc:sldMk cId="3509689037" sldId="259"/>
            <ac:spMk id="14" creationId="{6C85130F-E3F6-5CCF-BEA7-A56DCE8F7054}"/>
          </ac:spMkLst>
        </pc:spChg>
        <pc:spChg chg="mod">
          <ac:chgData name="Jennifer Bee" userId="S::jennifer.bee@ucalgary.ca::6afcfa92-d578-48bc-b05e-a2abab22e4d2" providerId="AD" clId="Web-{A0D61FE8-2E45-084C-DAC8-D05744E5DFB0}" dt="2026-03-26T22:30:24.194" v="289" actId="1076"/>
          <ac:spMkLst>
            <pc:docMk/>
            <pc:sldMk cId="3509689037" sldId="259"/>
            <ac:spMk id="39" creationId="{456BB938-BB28-0D49-AEB1-49D448449177}"/>
          </ac:spMkLst>
        </pc:spChg>
        <pc:spChg chg="mod">
          <ac:chgData name="Jennifer Bee" userId="S::jennifer.bee@ucalgary.ca::6afcfa92-d578-48bc-b05e-a2abab22e4d2" providerId="AD" clId="Web-{A0D61FE8-2E45-084C-DAC8-D05744E5DFB0}" dt="2026-03-26T22:32:51.315" v="302" actId="1076"/>
          <ac:spMkLst>
            <pc:docMk/>
            <pc:sldMk cId="3509689037" sldId="259"/>
            <ac:spMk id="46" creationId="{0EC76520-D137-D350-513B-BA5B2E024B77}"/>
          </ac:spMkLst>
        </pc:spChg>
        <pc:spChg chg="mod">
          <ac:chgData name="Jennifer Bee" userId="S::jennifer.bee@ucalgary.ca::6afcfa92-d578-48bc-b05e-a2abab22e4d2" providerId="AD" clId="Web-{A0D61FE8-2E45-084C-DAC8-D05744E5DFB0}" dt="2026-03-26T22:33:04.846" v="305" actId="1076"/>
          <ac:spMkLst>
            <pc:docMk/>
            <pc:sldMk cId="3509689037" sldId="259"/>
            <ac:spMk id="49" creationId="{AFC090D0-ADF7-7386-D21C-AC2A52B3B0B8}"/>
          </ac:spMkLst>
        </pc:spChg>
        <pc:picChg chg="mod">
          <ac:chgData name="Jennifer Bee" userId="S::jennifer.bee@ucalgary.ca::6afcfa92-d578-48bc-b05e-a2abab22e4d2" providerId="AD" clId="Web-{A0D61FE8-2E45-084C-DAC8-D05744E5DFB0}" dt="2026-03-26T22:21:09.464" v="219" actId="1076"/>
          <ac:picMkLst>
            <pc:docMk/>
            <pc:sldMk cId="3509689037" sldId="259"/>
            <ac:picMk id="10" creationId="{070A5DE8-E0DB-5E00-02EB-D3B90A10DED4}"/>
          </ac:picMkLst>
        </pc:picChg>
        <pc:picChg chg="mod modCrop">
          <ac:chgData name="Jennifer Bee" userId="S::jennifer.bee@ucalgary.ca::6afcfa92-d578-48bc-b05e-a2abab22e4d2" providerId="AD" clId="Web-{A0D61FE8-2E45-084C-DAC8-D05744E5DFB0}" dt="2026-03-26T22:14:00.175" v="86" actId="1076"/>
          <ac:picMkLst>
            <pc:docMk/>
            <pc:sldMk cId="3509689037" sldId="259"/>
            <ac:picMk id="20" creationId="{97F2C197-A7FC-9D7B-661A-A63119062580}"/>
          </ac:picMkLst>
        </pc:picChg>
        <pc:picChg chg="mod">
          <ac:chgData name="Jennifer Bee" userId="S::jennifer.bee@ucalgary.ca::6afcfa92-d578-48bc-b05e-a2abab22e4d2" providerId="AD" clId="Web-{A0D61FE8-2E45-084C-DAC8-D05744E5DFB0}" dt="2026-03-26T22:29:39.164" v="281" actId="1076"/>
          <ac:picMkLst>
            <pc:docMk/>
            <pc:sldMk cId="3509689037" sldId="259"/>
            <ac:picMk id="28" creationId="{BEDB63AD-EA23-4060-F687-7FF9FA06333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nnifer Bee" userId="S::jennifer.bee@ucalgary.ca::6afcfa92-d578-48bc-b05e-a2abab22e4d2" providerId="AD" clId="Web-{A0D61FE8-2E45-084C-DAC8-D05744E5DFB0}" dt="2026-03-26T22:16:07.374" v="90" actId="20577"/>
              <pc2:cmMkLst xmlns:pc2="http://schemas.microsoft.com/office/powerpoint/2019/9/main/command">
                <pc:docMk/>
                <pc:sldMk cId="3509689037" sldId="259"/>
                <pc2:cmMk id="{C4F6E16B-3093-49B4-9E73-18B188F9F6C6}"/>
              </pc2:cmMkLst>
            </pc226:cmChg>
            <pc226:cmChg xmlns:pc226="http://schemas.microsoft.com/office/powerpoint/2022/06/main/command" chg="mod">
              <pc226:chgData name="Jennifer Bee" userId="S::jennifer.bee@ucalgary.ca::6afcfa92-d578-48bc-b05e-a2abab22e4d2" providerId="AD" clId="Web-{A0D61FE8-2E45-084C-DAC8-D05744E5DFB0}" dt="2026-03-26T22:16:07.374" v="90" actId="20577"/>
              <pc2:cmMkLst xmlns:pc2="http://schemas.microsoft.com/office/powerpoint/2019/9/main/command">
                <pc:docMk/>
                <pc:sldMk cId="3509689037" sldId="259"/>
                <pc2:cmMk id="{31CD27DF-AB9E-46A4-8BAB-F2396977DCB8}"/>
              </pc2:cmMkLst>
            </pc226:cmChg>
          </p:ext>
        </pc:extLst>
      </pc:sldChg>
    </pc:docChg>
  </pc:docChgLst>
  <pc:docChgLst>
    <pc:chgData name="Jennifer Bee" userId="S::jennifer.bee@ucalgary.ca::6afcfa92-d578-48bc-b05e-a2abab22e4d2" providerId="AD" clId="Web-{67F0264B-3FD4-9A8F-07A9-59B605ADE3C2}"/>
    <pc:docChg chg="modSld">
      <pc:chgData name="Jennifer Bee" userId="S::jennifer.bee@ucalgary.ca::6afcfa92-d578-48bc-b05e-a2abab22e4d2" providerId="AD" clId="Web-{67F0264B-3FD4-9A8F-07A9-59B605ADE3C2}" dt="2026-03-25T19:43:59.850" v="476" actId="1076"/>
      <pc:docMkLst>
        <pc:docMk/>
      </pc:docMkLst>
    </pc:docChg>
  </pc:docChgLst>
  <pc:docChgLst>
    <pc:chgData name="Ian Washington" userId="S::ian.washington@ucalgary.ca::2f1fa85e-0ccf-4553-8ed4-8c131883ac61" providerId="AD" clId="Web-{F1D4FF22-9062-ED29-7953-9FB75DF09928}"/>
    <pc:docChg chg="mod">
      <pc:chgData name="Ian Washington" userId="S::ian.washington@ucalgary.ca::2f1fa85e-0ccf-4553-8ed4-8c131883ac61" providerId="AD" clId="Web-{F1D4FF22-9062-ED29-7953-9FB75DF09928}" dt="2026-03-27T21:05:30.615" v="0"/>
      <pc:docMkLst>
        <pc:docMk/>
      </pc:docMkLst>
    </pc:docChg>
  </pc:docChgLst>
  <pc:docChgLst>
    <pc:chgData name="Jennifer Bee" userId="6afcfa92-d578-48bc-b05e-a2abab22e4d2" providerId="ADAL" clId="{8F46B7D5-807C-469C-8644-65A6372300F0}"/>
    <pc:docChg chg="undo custSel addSld delSld modSld">
      <pc:chgData name="Jennifer Bee" userId="6afcfa92-d578-48bc-b05e-a2abab22e4d2" providerId="ADAL" clId="{8F46B7D5-807C-469C-8644-65A6372300F0}" dt="2026-03-27T22:41:45.917" v="6090" actId="729"/>
      <pc:docMkLst>
        <pc:docMk/>
      </pc:docMkLst>
      <pc:sldChg chg="addSp delSp modSp add del mod modShow modCm">
        <pc:chgData name="Jennifer Bee" userId="6afcfa92-d578-48bc-b05e-a2abab22e4d2" providerId="ADAL" clId="{8F46B7D5-807C-469C-8644-65A6372300F0}" dt="2026-03-27T22:41:45.917" v="6090" actId="729"/>
        <pc:sldMkLst>
          <pc:docMk/>
          <pc:sldMk cId="3509689037" sldId="259"/>
        </pc:sldMkLst>
        <pc:spChg chg="add mod ord">
          <ac:chgData name="Jennifer Bee" userId="6afcfa92-d578-48bc-b05e-a2abab22e4d2" providerId="ADAL" clId="{8F46B7D5-807C-469C-8644-65A6372300F0}" dt="2026-03-27T22:17:49.090" v="5900" actId="1076"/>
          <ac:spMkLst>
            <pc:docMk/>
            <pc:sldMk cId="3509689037" sldId="259"/>
            <ac:spMk id="2" creationId="{461BC4DA-D0C9-6A29-F550-7F655EFEEF06}"/>
          </ac:spMkLst>
        </pc:spChg>
        <pc:spChg chg="add mod">
          <ac:chgData name="Jennifer Bee" userId="6afcfa92-d578-48bc-b05e-a2abab22e4d2" providerId="ADAL" clId="{8F46B7D5-807C-469C-8644-65A6372300F0}" dt="2026-03-27T22:17:47.691" v="5899" actId="255"/>
          <ac:spMkLst>
            <pc:docMk/>
            <pc:sldMk cId="3509689037" sldId="259"/>
            <ac:spMk id="3" creationId="{2744578E-1F08-C065-E0CA-6BBF967ADF1D}"/>
          </ac:spMkLst>
        </pc:spChg>
        <pc:spChg chg="add mod ord">
          <ac:chgData name="Jennifer Bee" userId="6afcfa92-d578-48bc-b05e-a2abab22e4d2" providerId="ADAL" clId="{8F46B7D5-807C-469C-8644-65A6372300F0}" dt="2026-03-27T22:23:23.374" v="6026" actId="6549"/>
          <ac:spMkLst>
            <pc:docMk/>
            <pc:sldMk cId="3509689037" sldId="259"/>
            <ac:spMk id="4" creationId="{B84607EA-C81F-D2FE-6F51-960E38BD3027}"/>
          </ac:spMkLst>
        </pc:spChg>
        <pc:spChg chg="add mod">
          <ac:chgData name="Jennifer Bee" userId="6afcfa92-d578-48bc-b05e-a2abab22e4d2" providerId="ADAL" clId="{8F46B7D5-807C-469C-8644-65A6372300F0}" dt="2026-03-27T22:25:08.492" v="6084" actId="1036"/>
          <ac:spMkLst>
            <pc:docMk/>
            <pc:sldMk cId="3509689037" sldId="259"/>
            <ac:spMk id="5" creationId="{2B672676-C3E4-68EF-5662-8B29E2E61FF9}"/>
          </ac:spMkLst>
        </pc:spChg>
        <pc:spChg chg="add mod">
          <ac:chgData name="Jennifer Bee" userId="6afcfa92-d578-48bc-b05e-a2abab22e4d2" providerId="ADAL" clId="{8F46B7D5-807C-469C-8644-65A6372300F0}" dt="2026-03-27T22:24:55.964" v="6063" actId="1036"/>
          <ac:spMkLst>
            <pc:docMk/>
            <pc:sldMk cId="3509689037" sldId="259"/>
            <ac:spMk id="6" creationId="{73823CC3-907F-E366-F728-FE00816FCC31}"/>
          </ac:spMkLst>
        </pc:spChg>
        <pc:spChg chg="mod">
          <ac:chgData name="Jennifer Bee" userId="6afcfa92-d578-48bc-b05e-a2abab22e4d2" providerId="ADAL" clId="{8F46B7D5-807C-469C-8644-65A6372300F0}" dt="2026-03-27T20:35:14.372" v="4116" actId="255"/>
          <ac:spMkLst>
            <pc:docMk/>
            <pc:sldMk cId="3509689037" sldId="259"/>
            <ac:spMk id="7" creationId="{00000000-0000-0000-0000-000000000000}"/>
          </ac:spMkLst>
        </pc:spChg>
        <pc:spChg chg="add mod">
          <ac:chgData name="Jennifer Bee" userId="6afcfa92-d578-48bc-b05e-a2abab22e4d2" providerId="ADAL" clId="{8F46B7D5-807C-469C-8644-65A6372300F0}" dt="2026-03-27T22:12:54.857" v="5824" actId="20577"/>
          <ac:spMkLst>
            <pc:docMk/>
            <pc:sldMk cId="3509689037" sldId="259"/>
            <ac:spMk id="8" creationId="{160D384B-B2DD-456A-61A3-DDA15DE5E2A3}"/>
          </ac:spMkLst>
        </pc:spChg>
        <pc:spChg chg="mod">
          <ac:chgData name="Jennifer Bee" userId="6afcfa92-d578-48bc-b05e-a2abab22e4d2" providerId="ADAL" clId="{8F46B7D5-807C-469C-8644-65A6372300F0}" dt="2026-03-27T20:35:38.250" v="4121" actId="255"/>
          <ac:spMkLst>
            <pc:docMk/>
            <pc:sldMk cId="3509689037" sldId="259"/>
            <ac:spMk id="9" creationId="{00000000-0000-0000-0000-000000000000}"/>
          </ac:spMkLst>
        </pc:spChg>
        <pc:spChg chg="mod or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14" creationId="{6C85130F-E3F6-5CCF-BEA7-A56DCE8F7054}"/>
          </ac:spMkLst>
        </pc:spChg>
        <pc:spChg chg="mod ord">
          <ac:chgData name="Jennifer Bee" userId="6afcfa92-d578-48bc-b05e-a2abab22e4d2" providerId="ADAL" clId="{8F46B7D5-807C-469C-8644-65A6372300F0}" dt="2026-03-27T22:30:47.639" v="6089" actId="14100"/>
          <ac:spMkLst>
            <pc:docMk/>
            <pc:sldMk cId="3509689037" sldId="259"/>
            <ac:spMk id="15" creationId="{D320A28F-275B-BA00-406D-E1ED88FFEB86}"/>
          </ac:spMkLst>
        </pc:spChg>
        <pc:spChg chg="mod">
          <ac:chgData name="Jennifer Bee" userId="6afcfa92-d578-48bc-b05e-a2abab22e4d2" providerId="ADAL" clId="{8F46B7D5-807C-469C-8644-65A6372300F0}" dt="2026-03-27T21:22:41.339" v="4928" actId="1076"/>
          <ac:spMkLst>
            <pc:docMk/>
            <pc:sldMk cId="3509689037" sldId="259"/>
            <ac:spMk id="18" creationId="{6ED95A69-CD3E-EF0D-9FDC-167F0C3BB085}"/>
          </ac:spMkLst>
        </pc:spChg>
        <pc:spChg chg="mod or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19" creationId="{00000000-0000-0000-0000-000000000000}"/>
          </ac:spMkLst>
        </pc:spChg>
        <pc:spChg chg="mod">
          <ac:chgData name="Jennifer Bee" userId="6afcfa92-d578-48bc-b05e-a2abab22e4d2" providerId="ADAL" clId="{8F46B7D5-807C-469C-8644-65A6372300F0}" dt="2026-03-27T21:18:42.433" v="4903" actId="1076"/>
          <ac:spMkLst>
            <pc:docMk/>
            <pc:sldMk cId="3509689037" sldId="259"/>
            <ac:spMk id="39" creationId="{456BB938-BB28-0D49-AEB1-49D448449177}"/>
          </ac:spMkLst>
        </pc:spChg>
        <pc:spChg chg="mod">
          <ac:chgData name="Jennifer Bee" userId="6afcfa92-d578-48bc-b05e-a2abab22e4d2" providerId="ADAL" clId="{8F46B7D5-807C-469C-8644-65A6372300F0}" dt="2026-03-27T21:22:41.339" v="4928" actId="1076"/>
          <ac:spMkLst>
            <pc:docMk/>
            <pc:sldMk cId="3509689037" sldId="259"/>
            <ac:spMk id="40" creationId="{E1A2F5C7-421B-814E-B677-9C749BBDAE14}"/>
          </ac:spMkLst>
        </pc:spChg>
        <pc:spChg chg="mod">
          <ac:chgData name="Jennifer Bee" userId="6afcfa92-d578-48bc-b05e-a2abab22e4d2" providerId="ADAL" clId="{8F46B7D5-807C-469C-8644-65A6372300F0}" dt="2026-03-27T21:22:58.436" v="4930" actId="14100"/>
          <ac:spMkLst>
            <pc:docMk/>
            <pc:sldMk cId="3509689037" sldId="259"/>
            <ac:spMk id="41" creationId="{B85A607F-3A39-614A-9BA9-51D5593EE65E}"/>
          </ac:spMkLst>
        </pc:spChg>
        <pc:spChg chg="add mod">
          <ac:chgData name="Jennifer Bee" userId="6afcfa92-d578-48bc-b05e-a2abab22e4d2" providerId="ADAL" clId="{8F46B7D5-807C-469C-8644-65A6372300F0}" dt="2026-03-27T22:24:52.195" v="6054" actId="1036"/>
          <ac:spMkLst>
            <pc:docMk/>
            <pc:sldMk cId="3509689037" sldId="259"/>
            <ac:spMk id="46" creationId="{0EC76520-D137-D350-513B-BA5B2E024B77}"/>
          </ac:spMkLst>
        </pc:spChg>
        <pc:spChg chg="add mod or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47" creationId="{0A082642-3EBA-2E1E-E535-196AAC445675}"/>
          </ac:spMkLst>
        </pc:spChg>
        <pc:spChg chg="add mo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48" creationId="{A04D43AC-534E-AFCA-FC59-DD60B7F07C27}"/>
          </ac:spMkLst>
        </pc:spChg>
        <pc:spChg chg="add mod">
          <ac:chgData name="Jennifer Bee" userId="6afcfa92-d578-48bc-b05e-a2abab22e4d2" providerId="ADAL" clId="{8F46B7D5-807C-469C-8644-65A6372300F0}" dt="2026-03-27T22:24:17.394" v="6030" actId="20577"/>
          <ac:spMkLst>
            <pc:docMk/>
            <pc:sldMk cId="3509689037" sldId="259"/>
            <ac:spMk id="49" creationId="{AFC090D0-ADF7-7386-D21C-AC2A52B3B0B8}"/>
          </ac:spMkLst>
        </pc:spChg>
        <pc:spChg chg="add mo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50" creationId="{2E07F818-23A0-C99A-C322-CC46FAA5BBC6}"/>
          </ac:spMkLst>
        </pc:spChg>
        <pc:spChg chg="add mo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51" creationId="{C555D1E5-1B9E-F615-FBAA-1C3797E24C13}"/>
          </ac:spMkLst>
        </pc:spChg>
        <pc:spChg chg="add mod ord">
          <ac:chgData name="Jennifer Bee" userId="6afcfa92-d578-48bc-b05e-a2abab22e4d2" providerId="ADAL" clId="{8F46B7D5-807C-469C-8644-65A6372300F0}" dt="2026-03-27T22:19:25.143" v="5918" actId="14100"/>
          <ac:spMkLst>
            <pc:docMk/>
            <pc:sldMk cId="3509689037" sldId="259"/>
            <ac:spMk id="52" creationId="{7C057A9B-EA2F-43E9-D8D2-AADAED221DA8}"/>
          </ac:spMkLst>
        </pc:spChg>
        <pc:spChg chg="add mod">
          <ac:chgData name="Jennifer Bee" userId="6afcfa92-d578-48bc-b05e-a2abab22e4d2" providerId="ADAL" clId="{8F46B7D5-807C-469C-8644-65A6372300F0}" dt="2026-03-27T21:23:40.998" v="4933" actId="1076"/>
          <ac:spMkLst>
            <pc:docMk/>
            <pc:sldMk cId="3509689037" sldId="259"/>
            <ac:spMk id="54" creationId="{B13BB737-FF23-C92D-E756-39AC15D9CB3D}"/>
          </ac:spMkLst>
        </pc:spChg>
        <pc:spChg chg="add mod">
          <ac:chgData name="Jennifer Bee" userId="6afcfa92-d578-48bc-b05e-a2abab22e4d2" providerId="ADAL" clId="{8F46B7D5-807C-469C-8644-65A6372300F0}" dt="2026-03-27T22:29:05.985" v="6088" actId="14100"/>
          <ac:spMkLst>
            <pc:docMk/>
            <pc:sldMk cId="3509689037" sldId="259"/>
            <ac:spMk id="55" creationId="{7F54FECD-D67B-4F08-4129-5AB33A9FA851}"/>
          </ac:spMkLst>
        </pc:spChg>
        <pc:spChg chg="add mod">
          <ac:chgData name="Jennifer Bee" userId="6afcfa92-d578-48bc-b05e-a2abab22e4d2" providerId="ADAL" clId="{8F46B7D5-807C-469C-8644-65A6372300F0}" dt="2026-03-27T21:17:42.022" v="4885" actId="20577"/>
          <ac:spMkLst>
            <pc:docMk/>
            <pc:sldMk cId="3509689037" sldId="259"/>
            <ac:spMk id="56" creationId="{04CDBC30-1AA8-B09B-6837-EA7921880480}"/>
          </ac:spMkLst>
        </pc:spChg>
        <pc:spChg chg="add del mod">
          <ac:chgData name="Jennifer Bee" userId="6afcfa92-d578-48bc-b05e-a2abab22e4d2" providerId="ADAL" clId="{8F46B7D5-807C-469C-8644-65A6372300F0}" dt="2026-03-27T22:05:29.174" v="5533" actId="21"/>
          <ac:spMkLst>
            <pc:docMk/>
            <pc:sldMk cId="3509689037" sldId="259"/>
            <ac:spMk id="57" creationId="{E9A8DD06-4F3F-EE05-117D-F330DB09F6B3}"/>
          </ac:spMkLst>
        </pc:spChg>
        <pc:spChg chg="mod">
          <ac:chgData name="Jennifer Bee" userId="6afcfa92-d578-48bc-b05e-a2abab22e4d2" providerId="ADAL" clId="{8F46B7D5-807C-469C-8644-65A6372300F0}" dt="2026-03-27T22:16:15.472" v="5886" actId="20577"/>
          <ac:spMkLst>
            <pc:docMk/>
            <pc:sldMk cId="3509689037" sldId="259"/>
            <ac:spMk id="59" creationId="{B5099962-D3B3-C255-FFD7-10062E11A90E}"/>
          </ac:spMkLst>
        </pc:spChg>
        <pc:spChg chg="add mod">
          <ac:chgData name="Jennifer Bee" userId="6afcfa92-d578-48bc-b05e-a2abab22e4d2" providerId="ADAL" clId="{8F46B7D5-807C-469C-8644-65A6372300F0}" dt="2026-03-27T21:24:41.059" v="4939" actId="1076"/>
          <ac:spMkLst>
            <pc:docMk/>
            <pc:sldMk cId="3509689037" sldId="259"/>
            <ac:spMk id="60" creationId="{3E484A58-C66C-DC25-396F-AD76D094E758}"/>
          </ac:spMkLst>
        </pc:spChg>
        <pc:spChg chg="add mod">
          <ac:chgData name="Jennifer Bee" userId="6afcfa92-d578-48bc-b05e-a2abab22e4d2" providerId="ADAL" clId="{8F46B7D5-807C-469C-8644-65A6372300F0}" dt="2026-03-27T21:24:43.832" v="4945" actId="20577"/>
          <ac:spMkLst>
            <pc:docMk/>
            <pc:sldMk cId="3509689037" sldId="259"/>
            <ac:spMk id="61" creationId="{E5189D24-CF9F-07D5-27AC-0DE90BE4EBE1}"/>
          </ac:spMkLst>
        </pc:spChg>
        <pc:spChg chg="add mod">
          <ac:chgData name="Jennifer Bee" userId="6afcfa92-d578-48bc-b05e-a2abab22e4d2" providerId="ADAL" clId="{8F46B7D5-807C-469C-8644-65A6372300F0}" dt="2026-03-27T22:26:35.040" v="6087" actId="6549"/>
          <ac:spMkLst>
            <pc:docMk/>
            <pc:sldMk cId="3509689037" sldId="259"/>
            <ac:spMk id="62" creationId="{C1BF8E5F-CAE2-8FBE-3DED-FDEEC326C14E}"/>
          </ac:spMkLst>
        </pc:spChg>
        <pc:spChg chg="add mod ord">
          <ac:chgData name="Jennifer Bee" userId="6afcfa92-d578-48bc-b05e-a2abab22e4d2" providerId="ADAL" clId="{8F46B7D5-807C-469C-8644-65A6372300F0}" dt="2026-03-27T22:19:12.789" v="5917" actId="14100"/>
          <ac:spMkLst>
            <pc:docMk/>
            <pc:sldMk cId="3509689037" sldId="259"/>
            <ac:spMk id="1032" creationId="{BD70CFAC-68BA-1A0A-2DF4-D9D410645E76}"/>
          </ac:spMkLst>
        </pc:spChg>
        <pc:spChg chg="add mod">
          <ac:chgData name="Jennifer Bee" userId="6afcfa92-d578-48bc-b05e-a2abab22e4d2" providerId="ADAL" clId="{8F46B7D5-807C-469C-8644-65A6372300F0}" dt="2026-03-27T21:41:48.672" v="4999" actId="20577"/>
          <ac:spMkLst>
            <pc:docMk/>
            <pc:sldMk cId="3509689037" sldId="259"/>
            <ac:spMk id="1033" creationId="{E910C33E-2FD0-509E-E61B-C6071223CCF4}"/>
          </ac:spMkLst>
        </pc:spChg>
        <pc:spChg chg="mod">
          <ac:chgData name="Jennifer Bee" userId="6afcfa92-d578-48bc-b05e-a2abab22e4d2" providerId="ADAL" clId="{8F46B7D5-807C-469C-8644-65A6372300F0}" dt="2026-03-27T20:59:03.667" v="4456" actId="1076"/>
          <ac:spMkLst>
            <pc:docMk/>
            <pc:sldMk cId="3509689037" sldId="259"/>
            <ac:spMk id="1045" creationId="{1841E846-C11A-C4E2-8B16-4C719031D00B}"/>
          </ac:spMkLst>
        </pc:spChg>
        <pc:picChg chg="mod ord modCrop">
          <ac:chgData name="Jennifer Bee" userId="6afcfa92-d578-48bc-b05e-a2abab22e4d2" providerId="ADAL" clId="{8F46B7D5-807C-469C-8644-65A6372300F0}" dt="2026-03-27T22:05:26.106" v="5531" actId="1076"/>
          <ac:picMkLst>
            <pc:docMk/>
            <pc:sldMk cId="3509689037" sldId="259"/>
            <ac:picMk id="10" creationId="{070A5DE8-E0DB-5E00-02EB-D3B90A10DED4}"/>
          </ac:picMkLst>
        </pc:picChg>
        <pc:picChg chg="mod ord">
          <ac:chgData name="Jennifer Bee" userId="6afcfa92-d578-48bc-b05e-a2abab22e4d2" providerId="ADAL" clId="{8F46B7D5-807C-469C-8644-65A6372300F0}" dt="2026-03-27T22:16:44.117" v="5887" actId="1076"/>
          <ac:picMkLst>
            <pc:docMk/>
            <pc:sldMk cId="3509689037" sldId="259"/>
            <ac:picMk id="11" creationId="{C178FE7D-CBFF-94D3-C852-081BE1CEBB6F}"/>
          </ac:picMkLst>
        </pc:picChg>
        <pc:picChg chg="mod">
          <ac:chgData name="Jennifer Bee" userId="6afcfa92-d578-48bc-b05e-a2abab22e4d2" providerId="ADAL" clId="{8F46B7D5-807C-469C-8644-65A6372300F0}" dt="2026-03-27T21:23:40.998" v="4933" actId="1076"/>
          <ac:picMkLst>
            <pc:docMk/>
            <pc:sldMk cId="3509689037" sldId="259"/>
            <ac:picMk id="20" creationId="{97F2C197-A7FC-9D7B-661A-A63119062580}"/>
          </ac:picMkLst>
        </pc:picChg>
        <pc:picChg chg="mod">
          <ac:chgData name="Jennifer Bee" userId="6afcfa92-d578-48bc-b05e-a2abab22e4d2" providerId="ADAL" clId="{8F46B7D5-807C-469C-8644-65A6372300F0}" dt="2026-03-27T22:25:00.233" v="6079" actId="1035"/>
          <ac:picMkLst>
            <pc:docMk/>
            <pc:sldMk cId="3509689037" sldId="259"/>
            <ac:picMk id="28" creationId="{BEDB63AD-EA23-4060-F687-7FF9FA06333E}"/>
          </ac:picMkLst>
        </pc:picChg>
        <pc:picChg chg="add mod">
          <ac:chgData name="Jennifer Bee" userId="6afcfa92-d578-48bc-b05e-a2abab22e4d2" providerId="ADAL" clId="{8F46B7D5-807C-469C-8644-65A6372300F0}" dt="2026-03-27T22:20:58.716" v="6005" actId="1076"/>
          <ac:picMkLst>
            <pc:docMk/>
            <pc:sldMk cId="3509689037" sldId="259"/>
            <ac:picMk id="30" creationId="{B91021CA-555A-C59C-5F09-2530448AEAB6}"/>
          </ac:picMkLst>
        </pc:picChg>
        <pc:picChg chg="add mod">
          <ac:chgData name="Jennifer Bee" userId="6afcfa92-d578-48bc-b05e-a2abab22e4d2" providerId="ADAL" clId="{8F46B7D5-807C-469C-8644-65A6372300F0}" dt="2026-03-27T22:17:32.729" v="5895" actId="1035"/>
          <ac:picMkLst>
            <pc:docMk/>
            <pc:sldMk cId="3509689037" sldId="259"/>
            <ac:picMk id="1024" creationId="{977805A0-B1B1-0380-5F4F-16FF7323F2B1}"/>
          </ac:picMkLst>
        </pc:picChg>
        <pc:picChg chg="add mod">
          <ac:chgData name="Jennifer Bee" userId="6afcfa92-d578-48bc-b05e-a2abab22e4d2" providerId="ADAL" clId="{8F46B7D5-807C-469C-8644-65A6372300F0}" dt="2026-03-27T22:17:32.729" v="5895" actId="1035"/>
          <ac:picMkLst>
            <pc:docMk/>
            <pc:sldMk cId="3509689037" sldId="259"/>
            <ac:picMk id="1025" creationId="{C4A2E247-C6BE-808E-F95A-DD020CD174B8}"/>
          </ac:picMkLst>
        </pc:picChg>
        <pc:picChg chg="add mod">
          <ac:chgData name="Jennifer Bee" userId="6afcfa92-d578-48bc-b05e-a2abab22e4d2" providerId="ADAL" clId="{8F46B7D5-807C-469C-8644-65A6372300F0}" dt="2026-03-27T22:17:32.729" v="5895" actId="1035"/>
          <ac:picMkLst>
            <pc:docMk/>
            <pc:sldMk cId="3509689037" sldId="259"/>
            <ac:picMk id="1026" creationId="{0EE71A42-AECB-893C-D65A-6FED70DF8B32}"/>
          </ac:picMkLst>
        </pc:picChg>
        <pc:picChg chg="mod">
          <ac:chgData name="Jennifer Bee" userId="6afcfa92-d578-48bc-b05e-a2abab22e4d2" providerId="ADAL" clId="{8F46B7D5-807C-469C-8644-65A6372300F0}" dt="2026-03-27T21:19:00.037" v="4905" actId="208"/>
          <ac:picMkLst>
            <pc:docMk/>
            <pc:sldMk cId="3509689037" sldId="259"/>
            <ac:picMk id="1028" creationId="{98309EA9-559C-A2ED-3FFB-D0A53483EFCA}"/>
          </ac:picMkLst>
        </pc:picChg>
        <pc:picChg chg="mod">
          <ac:chgData name="Jennifer Bee" userId="6afcfa92-d578-48bc-b05e-a2abab22e4d2" providerId="ADAL" clId="{8F46B7D5-807C-469C-8644-65A6372300F0}" dt="2026-03-27T20:59:03.667" v="4456" actId="1076"/>
          <ac:picMkLst>
            <pc:docMk/>
            <pc:sldMk cId="3509689037" sldId="259"/>
            <ac:picMk id="1042" creationId="{B3FFA05B-6C83-0F04-2E6B-671142D8A9CE}"/>
          </ac:picMkLst>
        </pc:picChg>
        <pc:picChg chg="mod">
          <ac:chgData name="Jennifer Bee" userId="6afcfa92-d578-48bc-b05e-a2abab22e4d2" providerId="ADAL" clId="{8F46B7D5-807C-469C-8644-65A6372300F0}" dt="2026-03-27T22:19:28.051" v="5924" actId="1036"/>
          <ac:picMkLst>
            <pc:docMk/>
            <pc:sldMk cId="3509689037" sldId="259"/>
            <ac:picMk id="1047" creationId="{7F04F163-227C-ED50-A133-600A34112719}"/>
          </ac:picMkLst>
        </pc:picChg>
        <pc:picChg chg="mod">
          <ac:chgData name="Jennifer Bee" userId="6afcfa92-d578-48bc-b05e-a2abab22e4d2" providerId="ADAL" clId="{8F46B7D5-807C-469C-8644-65A6372300F0}" dt="2026-03-27T20:58:56.602" v="4455" actId="1076"/>
          <ac:picMkLst>
            <pc:docMk/>
            <pc:sldMk cId="3509689037" sldId="259"/>
            <ac:picMk id="1052" creationId="{E3EDBCC9-6A9D-FE78-C276-C18B6718EAA7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nnifer Bee" userId="6afcfa92-d578-48bc-b05e-a2abab22e4d2" providerId="ADAL" clId="{8F46B7D5-807C-469C-8644-65A6372300F0}" dt="2026-03-27T21:04:38.038" v="4576" actId="20577"/>
              <pc2:cmMkLst xmlns:pc2="http://schemas.microsoft.com/office/powerpoint/2019/9/main/command">
                <pc:docMk/>
                <pc:sldMk cId="3509689037" sldId="259"/>
                <pc2:cmMk id="{C4F6E16B-3093-49B4-9E73-18B188F9F6C6}"/>
              </pc2:cmMkLst>
            </pc226:cmChg>
            <pc226:cmChg xmlns:pc226="http://schemas.microsoft.com/office/powerpoint/2022/06/main/command" chg="mod">
              <pc226:chgData name="Jennifer Bee" userId="6afcfa92-d578-48bc-b05e-a2abab22e4d2" providerId="ADAL" clId="{8F46B7D5-807C-469C-8644-65A6372300F0}" dt="2026-03-27T22:24:17.394" v="6030" actId="20577"/>
              <pc2:cmMkLst xmlns:pc2="http://schemas.microsoft.com/office/powerpoint/2019/9/main/command">
                <pc:docMk/>
                <pc:sldMk cId="3509689037" sldId="259"/>
                <pc2:cmMk id="{492C1F74-ED51-44EF-8A60-1ABBD2F7A07D}"/>
              </pc2:cmMkLst>
            </pc226:cmChg>
            <pc226:cmChg xmlns:pc226="http://schemas.microsoft.com/office/powerpoint/2022/06/main/command" chg="mod">
              <pc226:chgData name="Jennifer Bee" userId="6afcfa92-d578-48bc-b05e-a2abab22e4d2" providerId="ADAL" clId="{8F46B7D5-807C-469C-8644-65A6372300F0}" dt="2026-03-27T21:55:16.090" v="5360" actId="20577"/>
              <pc2:cmMkLst xmlns:pc2="http://schemas.microsoft.com/office/powerpoint/2019/9/main/command">
                <pc:docMk/>
                <pc:sldMk cId="3509689037" sldId="259"/>
                <pc2:cmMk id="{31CD27DF-AB9E-46A4-8BAB-F2396977DCB8}"/>
              </pc2:cmMkLst>
            </pc226:cmChg>
          </p:ext>
        </pc:extLst>
      </pc:sldChg>
    </pc:docChg>
  </pc:docChgLst>
  <pc:docChgLst>
    <pc:chgData name="Ian Washington" userId="S::ian.washington@ucalgary.ca::2f1fa85e-0ccf-4553-8ed4-8c131883ac61" providerId="AD" clId="Web-{E2BF947A-8721-6681-00AD-05783361DD5F}"/>
    <pc:docChg chg="modSld">
      <pc:chgData name="Ian Washington" userId="S::ian.washington@ucalgary.ca::2f1fa85e-0ccf-4553-8ed4-8c131883ac61" providerId="AD" clId="Web-{E2BF947A-8721-6681-00AD-05783361DD5F}" dt="2026-03-25T20:57:52.609" v="6" actId="1076"/>
      <pc:docMkLst>
        <pc:docMk/>
      </pc:docMkLst>
      <pc:sldChg chg="modSp">
        <pc:chgData name="Ian Washington" userId="S::ian.washington@ucalgary.ca::2f1fa85e-0ccf-4553-8ed4-8c131883ac61" providerId="AD" clId="Web-{E2BF947A-8721-6681-00AD-05783361DD5F}" dt="2026-03-25T20:57:52.609" v="6" actId="1076"/>
        <pc:sldMkLst>
          <pc:docMk/>
          <pc:sldMk cId="3509689037" sldId="259"/>
        </pc:sldMkLst>
        <pc:spChg chg="mod">
          <ac:chgData name="Ian Washington" userId="S::ian.washington@ucalgary.ca::2f1fa85e-0ccf-4553-8ed4-8c131883ac61" providerId="AD" clId="Web-{E2BF947A-8721-6681-00AD-05783361DD5F}" dt="2026-03-25T20:57:52.609" v="6" actId="1076"/>
          <ac:spMkLst>
            <pc:docMk/>
            <pc:sldMk cId="3509689037" sldId="259"/>
            <ac:spMk id="15" creationId="{D320A28F-275B-BA00-406D-E1ED88FFEB86}"/>
          </ac:spMkLst>
        </pc:spChg>
        <pc:spChg chg="mod">
          <ac:chgData name="Ian Washington" userId="S::ian.washington@ucalgary.ca::2f1fa85e-0ccf-4553-8ed4-8c131883ac61" providerId="AD" clId="Web-{E2BF947A-8721-6681-00AD-05783361DD5F}" dt="2026-03-25T20:57:49.656" v="4" actId="20577"/>
          <ac:spMkLst>
            <pc:docMk/>
            <pc:sldMk cId="3509689037" sldId="259"/>
            <ac:spMk id="19" creationId="{00000000-0000-0000-0000-000000000000}"/>
          </ac:spMkLst>
        </pc:spChg>
        <pc:spChg chg="mod">
          <ac:chgData name="Ian Washington" userId="S::ian.washington@ucalgary.ca::2f1fa85e-0ccf-4553-8ed4-8c131883ac61" providerId="AD" clId="Web-{E2BF947A-8721-6681-00AD-05783361DD5F}" dt="2026-03-25T20:56:55.640" v="2" actId="14100"/>
          <ac:spMkLst>
            <pc:docMk/>
            <pc:sldMk cId="3509689037" sldId="259"/>
            <ac:spMk id="40" creationId="{E1A2F5C7-421B-814E-B677-9C749BBDAE14}"/>
          </ac:spMkLst>
        </pc:spChg>
      </pc:sldChg>
    </pc:docChg>
  </pc:docChgLst>
  <pc:docChgLst>
    <pc:chgData name="Spencer Tourigny" userId="f7e4785c-b5c9-48ca-84b1-2481744aae67" providerId="ADAL" clId="{F325F3AE-D784-4CBD-B538-BBA424108396}"/>
    <pc:docChg chg="undo redo custSel modSld">
      <pc:chgData name="Spencer Tourigny" userId="f7e4785c-b5c9-48ca-84b1-2481744aae67" providerId="ADAL" clId="{F325F3AE-D784-4CBD-B538-BBA424108396}" dt="2026-03-27T22:16:46.820" v="2921" actId="20577"/>
      <pc:docMkLst>
        <pc:docMk/>
      </pc:docMkLst>
    </pc:docChg>
  </pc:docChgLst>
  <pc:docChgLst>
    <pc:chgData name="Kenshin Pacle" userId="S::kenshin.pacle@ucalgary.ca::2937d044-2fd4-475c-8dbf-7fa5d3aa49ee" providerId="AD" clId="Web-{339C1965-CA67-41C8-8EE9-D46A84B296F7}"/>
    <pc:docChg chg="modSld">
      <pc:chgData name="Kenshin Pacle" userId="S::kenshin.pacle@ucalgary.ca::2937d044-2fd4-475c-8dbf-7fa5d3aa49ee" providerId="AD" clId="Web-{339C1965-CA67-41C8-8EE9-D46A84B296F7}" dt="2026-03-25T20:34:52.700" v="259" actId="1076"/>
      <pc:docMkLst>
        <pc:docMk/>
      </pc:docMkLst>
    </pc:docChg>
  </pc:docChgLst>
  <pc:docChgLst>
    <pc:chgData name="Jennifer Bee" userId="S::jennifer.bee@ucalgary.ca::6afcfa92-d578-48bc-b05e-a2abab22e4d2" providerId="AD" clId="Web-{F63A68B6-A1F6-D2EA-E00D-89460797560D}"/>
    <pc:docChg chg="modSld">
      <pc:chgData name="Jennifer Bee" userId="S::jennifer.bee@ucalgary.ca::6afcfa92-d578-48bc-b05e-a2abab22e4d2" providerId="AD" clId="Web-{F63A68B6-A1F6-D2EA-E00D-89460797560D}" dt="2026-03-24T18:21:25.672" v="0"/>
      <pc:docMkLst>
        <pc:docMk/>
      </pc:docMkLst>
    </pc:docChg>
  </pc:docChgLst>
  <pc:docChgLst>
    <pc:chgData name="Yuri Lemermeyer" userId="c405f2a7-0f5b-4c57-bcef-b0f867670606" providerId="ADAL" clId="{99DCBF37-3FD5-4A22-8BEB-37D7B7322B0B}"/>
    <pc:docChg chg="custSel modSld">
      <pc:chgData name="Yuri Lemermeyer" userId="c405f2a7-0f5b-4c57-bcef-b0f867670606" providerId="ADAL" clId="{99DCBF37-3FD5-4A22-8BEB-37D7B7322B0B}" dt="2026-03-26T22:43:12.145" v="791" actId="1076"/>
      <pc:docMkLst>
        <pc:docMk/>
      </pc:docMkLst>
    </pc:docChg>
  </pc:docChgLst>
  <pc:docChgLst>
    <pc:chgData name="Jennifer Bee" userId="S::jennifer.bee@ucalgary.ca::6afcfa92-d578-48bc-b05e-a2abab22e4d2" providerId="AD" clId="Web-{7C869B48-A5F3-F734-047A-E2D79EBC367E}"/>
    <pc:docChg chg="modSld">
      <pc:chgData name="Jennifer Bee" userId="S::jennifer.bee@ucalgary.ca::6afcfa92-d578-48bc-b05e-a2abab22e4d2" providerId="AD" clId="Web-{7C869B48-A5F3-F734-047A-E2D79EBC367E}" dt="2026-03-25T20:09:28.149" v="4" actId="1076"/>
      <pc:docMkLst>
        <pc:docMk/>
      </pc:docMkLst>
    </pc:docChg>
  </pc:docChgLst>
  <pc:docChgLst>
    <pc:chgData name="Ian Washington" userId="S::ian.washington@ucalgary.ca::2f1fa85e-0ccf-4553-8ed4-8c131883ac61" providerId="AD" clId="Web-{406C117D-6913-9EFB-DBBD-9E3B474E232B}"/>
    <pc:docChg chg="modSld">
      <pc:chgData name="Ian Washington" userId="S::ian.washington@ucalgary.ca::2f1fa85e-0ccf-4553-8ed4-8c131883ac61" providerId="AD" clId="Web-{406C117D-6913-9EFB-DBBD-9E3B474E232B}" dt="2026-03-26T22:18:40.251" v="301" actId="20577"/>
      <pc:docMkLst>
        <pc:docMk/>
      </pc:docMkLst>
      <pc:sldChg chg="modSp modCm">
        <pc:chgData name="Ian Washington" userId="S::ian.washington@ucalgary.ca::2f1fa85e-0ccf-4553-8ed4-8c131883ac61" providerId="AD" clId="Web-{406C117D-6913-9EFB-DBBD-9E3B474E232B}" dt="2026-03-26T22:18:40.251" v="301" actId="20577"/>
        <pc:sldMkLst>
          <pc:docMk/>
          <pc:sldMk cId="3509689037" sldId="259"/>
        </pc:sldMkLst>
        <pc:spChg chg="mod">
          <ac:chgData name="Ian Washington" userId="S::ian.washington@ucalgary.ca::2f1fa85e-0ccf-4553-8ed4-8c131883ac61" providerId="AD" clId="Web-{406C117D-6913-9EFB-DBBD-9E3B474E232B}" dt="2026-03-26T22:18:37.126" v="300" actId="20577"/>
          <ac:spMkLst>
            <pc:docMk/>
            <pc:sldMk cId="3509689037" sldId="259"/>
            <ac:spMk id="15" creationId="{D320A28F-275B-BA00-406D-E1ED88FFEB86}"/>
          </ac:spMkLst>
        </pc:spChg>
        <pc:spChg chg="mod">
          <ac:chgData name="Ian Washington" userId="S::ian.washington@ucalgary.ca::2f1fa85e-0ccf-4553-8ed4-8c131883ac61" providerId="AD" clId="Web-{406C117D-6913-9EFB-DBBD-9E3B474E232B}" dt="2026-03-26T22:18:40.251" v="301" actId="20577"/>
          <ac:spMkLst>
            <pc:docMk/>
            <pc:sldMk cId="3509689037" sldId="259"/>
            <ac:spMk id="19" creationId="{00000000-0000-0000-0000-000000000000}"/>
          </ac:spMkLst>
        </pc:spChg>
        <pc:picChg chg="mod">
          <ac:chgData name="Ian Washington" userId="S::ian.washington@ucalgary.ca::2f1fa85e-0ccf-4553-8ed4-8c131883ac61" providerId="AD" clId="Web-{406C117D-6913-9EFB-DBBD-9E3B474E232B}" dt="2026-03-26T22:16:45.970" v="299" actId="14100"/>
          <ac:picMkLst>
            <pc:docMk/>
            <pc:sldMk cId="3509689037" sldId="259"/>
            <ac:picMk id="11" creationId="{C178FE7D-CBFF-94D3-C852-081BE1CEBB6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Ian Washington" userId="S::ian.washington@ucalgary.ca::2f1fa85e-0ccf-4553-8ed4-8c131883ac61" providerId="AD" clId="Web-{406C117D-6913-9EFB-DBBD-9E3B474E232B}" dt="2026-03-26T22:15:30.188" v="234" actId="20577"/>
              <pc2:cmMkLst xmlns:pc2="http://schemas.microsoft.com/office/powerpoint/2019/9/main/command">
                <pc:docMk/>
                <pc:sldMk cId="3509689037" sldId="259"/>
                <pc2:cmMk id="{C4F6E16B-3093-49B4-9E73-18B188F9F6C6}"/>
              </pc2:cmMkLst>
            </pc226:cmChg>
            <pc226:cmChg xmlns:pc226="http://schemas.microsoft.com/office/powerpoint/2022/06/main/command" chg="mod">
              <pc226:chgData name="Ian Washington" userId="S::ian.washington@ucalgary.ca::2f1fa85e-0ccf-4553-8ed4-8c131883ac61" providerId="AD" clId="Web-{406C117D-6913-9EFB-DBBD-9E3B474E232B}" dt="2026-03-26T22:15:30.188" v="234" actId="20577"/>
              <pc2:cmMkLst xmlns:pc2="http://schemas.microsoft.com/office/powerpoint/2019/9/main/command">
                <pc:docMk/>
                <pc:sldMk cId="3509689037" sldId="259"/>
                <pc2:cmMk id="{31CD27DF-AB9E-46A4-8BAB-F2396977DCB8}"/>
              </pc2:cmMkLst>
            </pc226:cmChg>
          </p:ext>
        </pc:extLst>
      </pc:sldChg>
    </pc:docChg>
  </pc:docChgLst>
  <pc:docChgLst>
    <pc:chgData name="Kenshin Pacle" userId="S::kenshin.pacle@ucalgary.ca::2937d044-2fd4-475c-8dbf-7fa5d3aa49ee" providerId="AD" clId="Web-{617A45EB-CC1A-4B5C-B31E-E365AEBB23BD}"/>
    <pc:docChg chg="modSld">
      <pc:chgData name="Kenshin Pacle" userId="S::kenshin.pacle@ucalgary.ca::2937d044-2fd4-475c-8dbf-7fa5d3aa49ee" providerId="AD" clId="Web-{617A45EB-CC1A-4B5C-B31E-E365AEBB23BD}" dt="2026-03-25T19:26:02.261" v="0" actId="1076"/>
      <pc:docMkLst>
        <pc:docMk/>
      </pc:docMkLst>
    </pc:docChg>
  </pc:docChgLst>
  <pc:docChgLst>
    <pc:chgData name="Kenshin Pacle" userId="S::kenshin.pacle@ucalgary.ca::2937d044-2fd4-475c-8dbf-7fa5d3aa49ee" providerId="AD" clId="Web-{94B31910-F73B-48DB-988A-947AF43E0CF1}"/>
    <pc:docChg chg="modSld">
      <pc:chgData name="Kenshin Pacle" userId="S::kenshin.pacle@ucalgary.ca::2937d044-2fd4-475c-8dbf-7fa5d3aa49ee" providerId="AD" clId="Web-{94B31910-F73B-48DB-988A-947AF43E0CF1}" dt="2026-03-25T19:03:18.218" v="43" actId="1076"/>
      <pc:docMkLst>
        <pc:docMk/>
      </pc:docMkLst>
      <pc:sldChg chg="addSp delSp modSp">
        <pc:chgData name="Kenshin Pacle" userId="S::kenshin.pacle@ucalgary.ca::2937d044-2fd4-475c-8dbf-7fa5d3aa49ee" providerId="AD" clId="Web-{94B31910-F73B-48DB-988A-947AF43E0CF1}" dt="2026-03-25T19:03:18.218" v="43" actId="1076"/>
        <pc:sldMkLst>
          <pc:docMk/>
          <pc:sldMk cId="3509689037" sldId="259"/>
        </pc:sldMkLst>
        <pc:spChg chg="add mod">
          <ac:chgData name="Kenshin Pacle" userId="S::kenshin.pacle@ucalgary.ca::2937d044-2fd4-475c-8dbf-7fa5d3aa49ee" providerId="AD" clId="Web-{94B31910-F73B-48DB-988A-947AF43E0CF1}" dt="2026-03-25T19:03:05.313" v="37" actId="20577"/>
          <ac:spMkLst>
            <pc:docMk/>
            <pc:sldMk cId="3509689037" sldId="259"/>
            <ac:spMk id="14" creationId="{6C85130F-E3F6-5CCF-BEA7-A56DCE8F7054}"/>
          </ac:spMkLst>
        </pc:spChg>
      </pc:sldChg>
    </pc:docChg>
  </pc:docChgLst>
  <pc:docChgLst>
    <pc:chgData name="Yuri Lemermeyer" userId="S::yuri.lemermeyer@ucalgary.ca::c405f2a7-0f5b-4c57-bcef-b0f867670606" providerId="AD" clId="Web-{1FE8D142-A66C-D7FA-4E05-2C396F8669FA}"/>
    <pc:docChg chg="modSld">
      <pc:chgData name="Yuri Lemermeyer" userId="S::yuri.lemermeyer@ucalgary.ca::c405f2a7-0f5b-4c57-bcef-b0f867670606" providerId="AD" clId="Web-{1FE8D142-A66C-D7FA-4E05-2C396F8669FA}" dt="2026-03-25T15:54:55.500" v="88" actId="20577"/>
      <pc:docMkLst>
        <pc:docMk/>
      </pc:docMkLst>
    </pc:docChg>
  </pc:docChgLst>
  <pc:docChgLst>
    <pc:chgData name="Jennifer Bee" userId="S::jennifer.bee@ucalgary.ca::6afcfa92-d578-48bc-b05e-a2abab22e4d2" providerId="AD" clId="Web-{81000347-CFF7-E475-B892-3518549487A8}"/>
    <pc:docChg chg="modSld">
      <pc:chgData name="Jennifer Bee" userId="S::jennifer.bee@ucalgary.ca::6afcfa92-d578-48bc-b05e-a2abab22e4d2" providerId="AD" clId="Web-{81000347-CFF7-E475-B892-3518549487A8}" dt="2026-04-12T00:27:11.656" v="11" actId="14100"/>
      <pc:docMkLst>
        <pc:docMk/>
      </pc:docMkLst>
      <pc:sldChg chg="modSp">
        <pc:chgData name="Jennifer Bee" userId="S::jennifer.bee@ucalgary.ca::6afcfa92-d578-48bc-b05e-a2abab22e4d2" providerId="AD" clId="Web-{81000347-CFF7-E475-B892-3518549487A8}" dt="2026-04-12T00:27:11.656" v="11" actId="14100"/>
        <pc:sldMkLst>
          <pc:docMk/>
          <pc:sldMk cId="3509689037" sldId="259"/>
        </pc:sldMkLst>
        <pc:picChg chg="mod">
          <ac:chgData name="Jennifer Bee" userId="S::jennifer.bee@ucalgary.ca::6afcfa92-d578-48bc-b05e-a2abab22e4d2" providerId="AD" clId="Web-{81000347-CFF7-E475-B892-3518549487A8}" dt="2026-04-12T00:27:11.656" v="11" actId="14100"/>
          <ac:picMkLst>
            <pc:docMk/>
            <pc:sldMk cId="3509689037" sldId="259"/>
            <ac:picMk id="1024" creationId="{977805A0-B1B1-0380-5F4F-16FF7323F2B1}"/>
          </ac:picMkLst>
        </pc:picChg>
        <pc:picChg chg="mod">
          <ac:chgData name="Jennifer Bee" userId="S::jennifer.bee@ucalgary.ca::6afcfa92-d578-48bc-b05e-a2abab22e4d2" providerId="AD" clId="Web-{81000347-CFF7-E475-B892-3518549487A8}" dt="2026-04-12T00:27:11.656" v="10" actId="14100"/>
          <ac:picMkLst>
            <pc:docMk/>
            <pc:sldMk cId="3509689037" sldId="259"/>
            <ac:picMk id="1025" creationId="{C4A2E247-C6BE-808E-F95A-DD020CD174B8}"/>
          </ac:picMkLst>
        </pc:picChg>
        <pc:picChg chg="mod">
          <ac:chgData name="Jennifer Bee" userId="S::jennifer.bee@ucalgary.ca::6afcfa92-d578-48bc-b05e-a2abab22e4d2" providerId="AD" clId="Web-{81000347-CFF7-E475-B892-3518549487A8}" dt="2026-04-12T00:27:11.656" v="9" actId="14100"/>
          <ac:picMkLst>
            <pc:docMk/>
            <pc:sldMk cId="3509689037" sldId="259"/>
            <ac:picMk id="1026" creationId="{0EE71A42-AECB-893C-D65A-6FED70DF8B32}"/>
          </ac:picMkLst>
        </pc:picChg>
      </pc:sldChg>
    </pc:docChg>
  </pc:docChgLst>
  <pc:docChgLst>
    <pc:chgData name="Ian Washington" userId="S::ian.washington@ucalgary.ca::2f1fa85e-0ccf-4553-8ed4-8c131883ac61" providerId="AD" clId="Web-{100F3A7D-CB7E-32A1-8388-8C13504BFFAD}"/>
    <pc:docChg chg="modSld">
      <pc:chgData name="Ian Washington" userId="S::ian.washington@ucalgary.ca::2f1fa85e-0ccf-4553-8ed4-8c131883ac61" providerId="AD" clId="Web-{100F3A7D-CB7E-32A1-8388-8C13504BFFAD}" dt="2026-03-25T18:17:28.509" v="626" actId="1076"/>
      <pc:docMkLst>
        <pc:docMk/>
      </pc:docMkLst>
    </pc:docChg>
  </pc:docChgLst>
  <pc:docChgLst>
    <pc:chgData name="Yuri Lemermeyer" userId="S::yuri.lemermeyer@ucalgary.ca::c405f2a7-0f5b-4c57-bcef-b0f867670606" providerId="AD" clId="Web-{90A31663-6E0E-A10F-5198-47F992DE522C}"/>
    <pc:docChg chg="modSld">
      <pc:chgData name="Yuri Lemermeyer" userId="S::yuri.lemermeyer@ucalgary.ca::c405f2a7-0f5b-4c57-bcef-b0f867670606" providerId="AD" clId="Web-{90A31663-6E0E-A10F-5198-47F992DE522C}" dt="2026-03-25T16:41:24.411" v="1167" actId="14100"/>
      <pc:docMkLst>
        <pc:docMk/>
      </pc:docMkLst>
    </pc:docChg>
  </pc:docChgLst>
</pc:chgInfo>
</file>

<file path=ppt/comments/modernComment_103_D1319A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2C1F74-ED51-44EF-8A60-1ABBD2F7A07D}" authorId="{42F3672E-3545-35C0-3E81-1B64C999B25D}" created="2026-03-25T19:13:45.1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09689037" sldId="259"/>
      <ac:spMk id="18" creationId="{6ED95A69-CD3E-EF0D-9FDC-167F0C3BB085}"/>
      <ac:txMk cp="155" len="14">
        <ac:context len="294" hash="2855994010"/>
      </ac:txMk>
    </ac:txMkLst>
    <p188:pos x="5839934" y="2680518"/>
    <p188:txBody>
      <a:bodyPr/>
      <a:lstStyle/>
      <a:p>
        <a:r>
          <a:rPr lang="en-US"/>
          <a:t>RF system instead?
We basically designed everything from input to out on the MRI not just the coil. </a:t>
        </a:r>
      </a:p>
    </p188:txBody>
  </p188:cm>
  <p188:cm id="{C4F6E16B-3093-49B4-9E73-18B188F9F6C6}" authorId="{42F3672E-3545-35C0-3E81-1B64C999B25D}" created="2026-03-26T21:54:38.5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09689037" sldId="259"/>
      <ac:spMk id="36" creationId="{26B75E73-EB1E-EA4C-9EE0-E52FFDE68366}"/>
      <ac:txMk cp="0" len="26">
        <ac:context len="27" hash="2138798278"/>
      </ac:txMk>
    </ac:txMkLst>
    <p188:txBody>
      <a:bodyPr/>
      <a:lstStyle/>
      <a:p>
        <a:r>
          <a:rPr lang="en-US"/>
          <a:t>RF Excitation is a phenomana where short bursts of radio waves at a special frequency goes into a magnetized sample to tilt the atoms away from the resting position. 
Once burst stops, the atoms go back to their resting position and a distinct signal is produced which is used for imaging. This is the fundamental mechanism behind MRI machines. </a:t>
        </a:r>
      </a:p>
    </p188:txBody>
  </p188:cm>
  <p188:cm id="{31CD27DF-AB9E-46A4-8BAB-F2396977DCB8}" authorId="{42F3672E-3545-35C0-3E81-1B64C999B25D}" created="2026-03-26T22:00:27.23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09689037" sldId="259"/>
      <ac:spMk id="14" creationId="{6C85130F-E3F6-5CCF-BEA7-A56DCE8F7054}"/>
      <ac:txMk cp="3" len="9">
        <ac:context len="13" hash="3975918654"/>
      </ac:txMk>
    </ac:txMkLst>
    <p188:pos x="2847447" y="330843"/>
    <p188:txBody>
      <a:bodyPr/>
      <a:lstStyle/>
      <a:p>
        <a:r>
          <a:rPr lang="en-US"/>
          <a:t>The RF amplifier takes a small signal and boosts it so the coil can create a strong enough tilt to the atoms. 
Amplifier is controlled via a 25-pin interface. Controlled by a microcontroller and in house software. 
</a:t>
        </a:r>
      </a:p>
    </p188:txBody>
  </p188:cm>
  <p188:cm id="{34407416-55A4-49C0-B80A-B96A8B1D81B5}" authorId="{73420E73-3619-40FE-02FD-465849E3A054}" created="2026-03-27T21:05:30.615">
    <pc:sldMkLst xmlns:pc="http://schemas.microsoft.com/office/powerpoint/2013/main/command">
      <pc:docMk/>
      <pc:sldMk cId="3509689037" sldId="259"/>
    </pc:sldMkLst>
    <p188:replyLst>
      <p188:reply id="{6BCD0317-AD3D-4E2E-A8A7-55EDEE3F8F28}" authorId="{73420E73-3619-40FE-02FD-465849E3A054}" created="2026-03-27T21:09:09.284">
        <p188:txBody>
          <a:bodyPr/>
          <a:lstStyle/>
          <a:p>
            <a:r>
              <a:rPr lang="en-US"/>
              <a:t>[@Jennifer Bee] [@Spencer Tourigny] </a:t>
            </a:r>
          </a:p>
        </p188:txBody>
      </p188:reply>
      <p188:reply id="{600BF72B-886C-404C-BDB6-AA7DC4AEBF8F}" authorId="{B082D4F6-1512-D30A-8974-7AD0D194DEBE}" created="2026-03-27T21:22:02.864">
        <p188:txBody>
          <a:bodyPr/>
          <a:lstStyle/>
          <a:p>
            <a:r>
              <a:rPr lang="en-CA"/>
              <a:t>Its okay thanks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03-27T21:24:06.683" authorId="{73420E73-3619-40FE-02FD-465849E3A054}"/>
              </p223:rxn>
            </p223:reactions>
          </p:ext>
        </p188:extLst>
      </p188:reply>
    </p188:replyLst>
    <p188:txBody>
      <a:bodyPr/>
      <a:lstStyle/>
      <a:p>
        <a:r>
          <a:rPr lang="en-US"/>
          <a:t>Do you guys need help with anything?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E965C-7624-E247-B96F-1194C0B13332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FAC13-74A4-2544-ABFC-8B57E2E1D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3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CFAC13-74A4-2544-ABFC-8B57E2E1D2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op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97C85B-5C14-0612-5C49-CCAF7A5068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62" y="0"/>
            <a:ext cx="43891200" cy="70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7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32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2194789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6091" indent="-1646091" algn="l" defTabSz="2194789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531" indent="-1371743" algn="l" defTabSz="2194789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972" indent="-1097394" algn="l" defTabSz="2194789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1760" indent="-1097394" algn="l" defTabSz="2194789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6549" indent="-1097394" algn="l" defTabSz="2194789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1337" indent="-1097394" algn="l" defTabSz="2194789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6126" indent="-1097394" algn="l" defTabSz="2194789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60915" indent="-1097394" algn="l" defTabSz="2194789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5703" indent="-1097394" algn="l" defTabSz="2194789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789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577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4366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9154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3943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8732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3520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8309" algn="l" defTabSz="2194789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>
          <p15:clr>
            <a:srgbClr val="F26B43"/>
          </p15:clr>
        </p15:guide>
        <p15:guide id="2" pos="138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microsoft.com/office/2018/10/relationships/comments" Target="../comments/modernComment_103_D1319ACD.xml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ounded Rectangle 40">
            <a:extLst>
              <a:ext uri="{FF2B5EF4-FFF2-40B4-BE49-F238E27FC236}">
                <a16:creationId xmlns:a16="http://schemas.microsoft.com/office/drawing/2014/main" id="{BD70CFAC-68BA-1A0A-2DF4-D9D410645E76}"/>
              </a:ext>
            </a:extLst>
          </p:cNvPr>
          <p:cNvSpPr/>
          <p:nvPr/>
        </p:nvSpPr>
        <p:spPr>
          <a:xfrm>
            <a:off x="29525742" y="6369482"/>
            <a:ext cx="12891651" cy="25239877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52" name="Rounded Rectangle 40">
            <a:extLst>
              <a:ext uri="{FF2B5EF4-FFF2-40B4-BE49-F238E27FC236}">
                <a16:creationId xmlns:a16="http://schemas.microsoft.com/office/drawing/2014/main" id="{7C057A9B-EA2F-43E9-D8D2-AADAED221DA8}"/>
              </a:ext>
            </a:extLst>
          </p:cNvPr>
          <p:cNvSpPr/>
          <p:nvPr/>
        </p:nvSpPr>
        <p:spPr>
          <a:xfrm>
            <a:off x="15486424" y="15746177"/>
            <a:ext cx="12965719" cy="6837131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85A607F-3A39-614A-9BA9-51D5593EE65E}"/>
              </a:ext>
            </a:extLst>
          </p:cNvPr>
          <p:cNvSpPr/>
          <p:nvPr/>
        </p:nvSpPr>
        <p:spPr>
          <a:xfrm>
            <a:off x="1483330" y="6390659"/>
            <a:ext cx="12891651" cy="8660912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7" name="TextBox 6"/>
          <p:cNvSpPr txBox="1"/>
          <p:nvPr/>
        </p:nvSpPr>
        <p:spPr>
          <a:xfrm>
            <a:off x="2061179" y="2611853"/>
            <a:ext cx="19889183" cy="955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7400"/>
              </a:lnSpc>
            </a:pPr>
            <a:r>
              <a:rPr lang="en-US" sz="7200" b="1" spc="240">
                <a:solidFill>
                  <a:srgbClr val="F20000"/>
                </a:solidFill>
                <a:cs typeface="Calibri"/>
              </a:rPr>
              <a:t>A Radio Frequency Coil for Ultra Low-Field MRI</a:t>
            </a:r>
            <a:endParaRPr lang="en-US" sz="7200" b="1" spc="240">
              <a:solidFill>
                <a:srgbClr val="F20000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6999" y="3973026"/>
            <a:ext cx="2787764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b="1" spc="240">
                <a:latin typeface="Arial"/>
                <a:cs typeface="Arial"/>
              </a:rPr>
              <a:t>Author(s): </a:t>
            </a:r>
            <a:r>
              <a:rPr lang="en-US" sz="3600" spc="240">
                <a:latin typeface="Arial"/>
                <a:cs typeface="Arial"/>
              </a:rPr>
              <a:t>Jennifer Bee, Sonny Bruni, Yuri </a:t>
            </a:r>
            <a:r>
              <a:rPr lang="en-US" sz="3600" spc="240" err="1">
                <a:latin typeface="Arial"/>
                <a:cs typeface="Arial"/>
              </a:rPr>
              <a:t>Lemermeyer</a:t>
            </a:r>
            <a:r>
              <a:rPr lang="en-US" sz="3600" spc="240">
                <a:latin typeface="Arial"/>
                <a:cs typeface="Arial"/>
              </a:rPr>
              <a:t>, Kenshin </a:t>
            </a:r>
            <a:r>
              <a:rPr lang="en-US" sz="3600" spc="240" err="1">
                <a:latin typeface="Arial"/>
                <a:cs typeface="Arial"/>
              </a:rPr>
              <a:t>Pacle</a:t>
            </a:r>
            <a:r>
              <a:rPr lang="en-US" sz="3600" spc="240">
                <a:latin typeface="Arial"/>
                <a:cs typeface="Arial"/>
              </a:rPr>
              <a:t>, Spencer Tourigny, Ian Washington</a:t>
            </a:r>
          </a:p>
          <a:p>
            <a:r>
              <a:rPr lang="en-US" sz="3600" b="1" spc="240">
                <a:latin typeface="Arial"/>
                <a:cs typeface="Arial"/>
              </a:rPr>
              <a:t>Department of Electrical and Software Engineering at Schulich School of Engineering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6BB938-BB28-0D49-AEB1-49D448449177}"/>
              </a:ext>
            </a:extLst>
          </p:cNvPr>
          <p:cNvSpPr txBox="1"/>
          <p:nvPr/>
        </p:nvSpPr>
        <p:spPr>
          <a:xfrm>
            <a:off x="1909508" y="6650087"/>
            <a:ext cx="11262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Introduction and Background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A2F5C7-421B-814E-B677-9C749BBDAE14}"/>
              </a:ext>
            </a:extLst>
          </p:cNvPr>
          <p:cNvSpPr txBox="1"/>
          <p:nvPr/>
        </p:nvSpPr>
        <p:spPr>
          <a:xfrm>
            <a:off x="1909508" y="7322390"/>
            <a:ext cx="6464877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Magnetic Resonance Imaging (MRI) is a key medical diagnostic tool. However, it is expensive because of the large magnetic fields it uses.</a:t>
            </a:r>
          </a:p>
          <a:p>
            <a:pPr marL="457200" indent="-457200">
              <a:buFont typeface="Arial"/>
              <a:buChar char="•"/>
            </a:pPr>
            <a:endParaRPr lang="en-US" sz="3800"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D95A69-CD3E-EF0D-9FDC-167F0C3BB085}"/>
              </a:ext>
            </a:extLst>
          </p:cNvPr>
          <p:cNvSpPr txBox="1"/>
          <p:nvPr/>
        </p:nvSpPr>
        <p:spPr>
          <a:xfrm>
            <a:off x="1909508" y="10117760"/>
            <a:ext cx="1180221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3800" i="1"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800" b="1">
                <a:cs typeface="Calibri"/>
              </a:rPr>
              <a:t>Ultra-Low Field (ULF) MRI uses much lower magnetic fields, giving it the potential to make healthcare more affordable and accessible.</a:t>
            </a:r>
          </a:p>
          <a:p>
            <a:pPr marL="457200" indent="-457200" algn="just">
              <a:buFont typeface="Arial"/>
              <a:buChar char="•"/>
            </a:pPr>
            <a:endParaRPr lang="en-US" sz="3800"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Our project is the RF coil system of a ULF MRI. This system both excites the specimen and receives the signal it produces, which is processed into the image.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EDB63AD-EA23-4060-F687-7FF9FA06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7103" y="8921310"/>
            <a:ext cx="9751676" cy="58844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1021CA-555A-C59C-5F09-2530448AE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97103" y="25866575"/>
            <a:ext cx="9748928" cy="544499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EC76520-D137-D350-513B-BA5B2E024B77}"/>
              </a:ext>
            </a:extLst>
          </p:cNvPr>
          <p:cNvSpPr txBox="1"/>
          <p:nvPr/>
        </p:nvSpPr>
        <p:spPr>
          <a:xfrm>
            <a:off x="29951920" y="17258053"/>
            <a:ext cx="1034786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Results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C090D0-ADF7-7386-D21C-AC2A52B3B0B8}"/>
              </a:ext>
            </a:extLst>
          </p:cNvPr>
          <p:cNvSpPr txBox="1"/>
          <p:nvPr/>
        </p:nvSpPr>
        <p:spPr>
          <a:xfrm>
            <a:off x="29916657" y="17833562"/>
            <a:ext cx="11710809" cy="6622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Achieved 2.18MHz tune with -43dB match</a:t>
            </a:r>
          </a:p>
          <a:p>
            <a:pPr>
              <a:lnSpc>
                <a:spcPct val="150000"/>
              </a:lnSpc>
            </a:pPr>
            <a:endParaRPr lang="en-US" sz="38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3800">
                <a:ea typeface="Calibri"/>
                <a:cs typeface="Calibri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38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Quality Factor (loaded with specimen): 175</a:t>
            </a:r>
          </a:p>
          <a:p>
            <a:pPr>
              <a:lnSpc>
                <a:spcPct val="150000"/>
              </a:lnSpc>
            </a:pPr>
            <a:endParaRPr lang="en-US" sz="38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3800">
              <a:ea typeface="Calibri"/>
              <a:cs typeface="Calibri"/>
            </a:endParaRPr>
          </a:p>
          <a:p>
            <a:endParaRPr lang="en-US" sz="3800" b="1" baseline="-25000">
              <a:latin typeface="Calibri"/>
              <a:ea typeface="Calibri"/>
              <a:cs typeface="Calibri"/>
            </a:endParaRPr>
          </a:p>
        </p:txBody>
      </p:sp>
      <p:pic>
        <p:nvPicPr>
          <p:cNvPr id="1028" name="Picture 4" descr="MRI Group – MRI Imaging Technology Includes Open MRI Machines">
            <a:extLst>
              <a:ext uri="{FF2B5EF4-FFF2-40B4-BE49-F238E27FC236}">
                <a16:creationId xmlns:a16="http://schemas.microsoft.com/office/drawing/2014/main" id="{98309EA9-559C-A2ED-3FFB-D0A53483EF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4"/>
          <a:stretch>
            <a:fillRect/>
          </a:stretch>
        </p:blipFill>
        <p:spPr bwMode="auto">
          <a:xfrm>
            <a:off x="9138620" y="7165949"/>
            <a:ext cx="4211077" cy="294176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1841E846-C11A-C4E2-8B16-4C719031D00B}"/>
              </a:ext>
            </a:extLst>
          </p:cNvPr>
          <p:cNvSpPr/>
          <p:nvPr/>
        </p:nvSpPr>
        <p:spPr>
          <a:xfrm>
            <a:off x="31900584" y="2974551"/>
            <a:ext cx="4757570" cy="2285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3800"/>
          </a:p>
        </p:txBody>
      </p: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B3FFA05B-6C83-0F04-2E6B-671142D8A9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114"/>
          <a:stretch>
            <a:fillRect/>
          </a:stretch>
        </p:blipFill>
        <p:spPr>
          <a:xfrm>
            <a:off x="31900584" y="3087216"/>
            <a:ext cx="4757570" cy="2062012"/>
          </a:xfrm>
          <a:prstGeom prst="rect">
            <a:avLst/>
          </a:prstGeom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7F04F163-227C-ED50-A133-600A3411271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58" t="-836" r="583" b="557"/>
          <a:stretch>
            <a:fillRect/>
          </a:stretch>
        </p:blipFill>
        <p:spPr>
          <a:xfrm>
            <a:off x="16097361" y="15785762"/>
            <a:ext cx="11705998" cy="6693816"/>
          </a:xfrm>
          <a:prstGeom prst="rect">
            <a:avLst/>
          </a:prstGeom>
        </p:spPr>
      </p:pic>
      <p:pic>
        <p:nvPicPr>
          <p:cNvPr id="1052" name="Picture 10" descr="A new champion joins the 30 by 30 cause | Engineers Canada">
            <a:extLst>
              <a:ext uri="{FF2B5EF4-FFF2-40B4-BE49-F238E27FC236}">
                <a16:creationId xmlns:a16="http://schemas.microsoft.com/office/drawing/2014/main" id="{E3EDBCC9-6A9D-FE78-C276-C18B6718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03" r="2504" b="1216"/>
          <a:stretch>
            <a:fillRect/>
          </a:stretch>
        </p:blipFill>
        <p:spPr bwMode="auto">
          <a:xfrm>
            <a:off x="37300588" y="684069"/>
            <a:ext cx="4757570" cy="470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44578E-1F08-C065-E0CA-6BBF967ADF1D}"/>
              </a:ext>
            </a:extLst>
          </p:cNvPr>
          <p:cNvSpPr/>
          <p:nvPr/>
        </p:nvSpPr>
        <p:spPr>
          <a:xfrm>
            <a:off x="30020800" y="22328519"/>
            <a:ext cx="11606666" cy="1541722"/>
          </a:xfrm>
          <a:prstGeom prst="roundRect">
            <a:avLst/>
          </a:prstGeom>
          <a:solidFill>
            <a:schemeClr val="accent6">
              <a:tint val="50000"/>
              <a:satMod val="30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/>
              <a:t>Q Factor &gt; 88 meets our goal for frequency selectivity because of its impact on signal to noise ratio.</a:t>
            </a:r>
            <a:endParaRPr lang="en-CA" sz="3600"/>
          </a:p>
        </p:txBody>
      </p:sp>
      <p:sp>
        <p:nvSpPr>
          <p:cNvPr id="47" name="Rounded Rectangle 40">
            <a:extLst>
              <a:ext uri="{FF2B5EF4-FFF2-40B4-BE49-F238E27FC236}">
                <a16:creationId xmlns:a16="http://schemas.microsoft.com/office/drawing/2014/main" id="{0A082642-3EBA-2E1E-E535-196AAC445675}"/>
              </a:ext>
            </a:extLst>
          </p:cNvPr>
          <p:cNvSpPr/>
          <p:nvPr/>
        </p:nvSpPr>
        <p:spPr>
          <a:xfrm>
            <a:off x="1527525" y="15738359"/>
            <a:ext cx="12891651" cy="15871001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4D43AC-534E-AFCA-FC59-DD60B7F07C27}"/>
              </a:ext>
            </a:extLst>
          </p:cNvPr>
          <p:cNvSpPr txBox="1"/>
          <p:nvPr/>
        </p:nvSpPr>
        <p:spPr>
          <a:xfrm>
            <a:off x="1911606" y="15997787"/>
            <a:ext cx="11262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Radio Frequency Excitation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07F818-23A0-C99A-C322-CC46FAA5BBC6}"/>
              </a:ext>
            </a:extLst>
          </p:cNvPr>
          <p:cNvSpPr txBox="1"/>
          <p:nvPr/>
        </p:nvSpPr>
        <p:spPr>
          <a:xfrm>
            <a:off x="1911606" y="16670090"/>
            <a:ext cx="6462779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ea typeface="Calibri"/>
                <a:cs typeface="Calibri"/>
              </a:rPr>
              <a:t>RF Excitation is a phenomena where short bursts of radio waves at a specific frequency tilt the atoms of a magnetized sample away from a resting position.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55D1E5-1B9E-F615-FBAA-1C3797E24C13}"/>
              </a:ext>
            </a:extLst>
          </p:cNvPr>
          <p:cNvSpPr txBox="1"/>
          <p:nvPr/>
        </p:nvSpPr>
        <p:spPr>
          <a:xfrm>
            <a:off x="1945325" y="22483114"/>
            <a:ext cx="118022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3800"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800"/>
              <a:t>The amplifier boosts a small signal, so the coil creates a strong enough field to tilt to the atoms. It is controlled via a 25-pin interface, by an Arduino and in-house GUI.</a:t>
            </a:r>
          </a:p>
        </p:txBody>
      </p:sp>
      <p:pic>
        <p:nvPicPr>
          <p:cNvPr id="20" name="Picture 2" descr="Essentials of MRI Physics and Pulse Sequences | Radiology Key">
            <a:extLst>
              <a:ext uri="{FF2B5EF4-FFF2-40B4-BE49-F238E27FC236}">
                <a16:creationId xmlns:a16="http://schemas.microsoft.com/office/drawing/2014/main" id="{97F2C197-A7FC-9D7B-661A-A63119062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0" t="354" r="-190" b="-451"/>
          <a:stretch>
            <a:fillRect/>
          </a:stretch>
        </p:blipFill>
        <p:spPr bwMode="auto">
          <a:xfrm>
            <a:off x="8590674" y="16481883"/>
            <a:ext cx="5612213" cy="314674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85130F-E3F6-5CCF-BEA7-A56DCE8F7054}"/>
              </a:ext>
            </a:extLst>
          </p:cNvPr>
          <p:cNvSpPr txBox="1"/>
          <p:nvPr/>
        </p:nvSpPr>
        <p:spPr>
          <a:xfrm>
            <a:off x="1982933" y="22198706"/>
            <a:ext cx="1127443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RF Amplifier</a:t>
            </a:r>
            <a:endParaRPr lang="en-US" sz="3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3BB737-FF23-C92D-E756-39AC15D9CB3D}"/>
              </a:ext>
            </a:extLst>
          </p:cNvPr>
          <p:cNvSpPr txBox="1"/>
          <p:nvPr/>
        </p:nvSpPr>
        <p:spPr>
          <a:xfrm>
            <a:off x="1897329" y="25189467"/>
            <a:ext cx="1127443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Transmit and Receive Switch</a:t>
            </a:r>
            <a:endParaRPr lang="en-US" sz="3800"/>
          </a:p>
        </p:txBody>
      </p:sp>
      <p:pic>
        <p:nvPicPr>
          <p:cNvPr id="11" name="Picture 10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C178FE7D-CBFF-94D3-C852-081BE1CEBB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4454" y="28007556"/>
            <a:ext cx="5939408" cy="34269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969116" y="26145029"/>
            <a:ext cx="11920077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The TR switch isolates the transmit and receive paths and quickly switches between them.</a:t>
            </a:r>
            <a:endParaRPr lang="en-US" sz="38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38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20A28F-275B-BA00-406D-E1ED88FFEB86}"/>
              </a:ext>
            </a:extLst>
          </p:cNvPr>
          <p:cNvSpPr txBox="1"/>
          <p:nvPr/>
        </p:nvSpPr>
        <p:spPr>
          <a:xfrm>
            <a:off x="1949214" y="28151531"/>
            <a:ext cx="5727936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Several factors including power handling and attenuation were considered for the selected design.</a:t>
            </a:r>
          </a:p>
        </p:txBody>
      </p:sp>
      <p:sp>
        <p:nvSpPr>
          <p:cNvPr id="55" name="Rounded Rectangle 40">
            <a:extLst>
              <a:ext uri="{FF2B5EF4-FFF2-40B4-BE49-F238E27FC236}">
                <a16:creationId xmlns:a16="http://schemas.microsoft.com/office/drawing/2014/main" id="{7F54FECD-D67B-4F08-4129-5AB33A9FA851}"/>
              </a:ext>
            </a:extLst>
          </p:cNvPr>
          <p:cNvSpPr/>
          <p:nvPr/>
        </p:nvSpPr>
        <p:spPr>
          <a:xfrm>
            <a:off x="15504536" y="6369482"/>
            <a:ext cx="12891651" cy="8682089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CDBC30-1AA8-B09B-6837-EA7921880480}"/>
              </a:ext>
            </a:extLst>
          </p:cNvPr>
          <p:cNvSpPr txBox="1"/>
          <p:nvPr/>
        </p:nvSpPr>
        <p:spPr>
          <a:xfrm>
            <a:off x="15930714" y="6628910"/>
            <a:ext cx="11262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Tuning Circuit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A8DD06-4F3F-EE05-117D-F330DB09F6B3}"/>
              </a:ext>
            </a:extLst>
          </p:cNvPr>
          <p:cNvSpPr txBox="1"/>
          <p:nvPr/>
        </p:nvSpPr>
        <p:spPr>
          <a:xfrm>
            <a:off x="15930714" y="7301213"/>
            <a:ext cx="11802214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We manipulate the resonant frequency of the coil by adding capacitance in parallel.</a:t>
            </a:r>
          </a:p>
          <a:p>
            <a:pPr algn="just"/>
            <a:endParaRPr lang="en-US" sz="3800">
              <a:ea typeface="Calibri"/>
              <a:cs typeface="Calibri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800">
                <a:ea typeface="Calibri"/>
                <a:cs typeface="Calibri"/>
              </a:rPr>
              <a:t>Series capacitance is added to maximize power transfer through impedance matching.</a:t>
            </a:r>
            <a:endParaRPr lang="en-US" sz="380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070A5DE8-E0DB-5E00-02EB-D3B90A10DED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0398" r="5925" b="10004"/>
          <a:stretch>
            <a:fillRect/>
          </a:stretch>
        </p:blipFill>
        <p:spPr>
          <a:xfrm>
            <a:off x="16961481" y="10756273"/>
            <a:ext cx="9977759" cy="35200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0" name="Rounded Rectangle 40">
            <a:extLst>
              <a:ext uri="{FF2B5EF4-FFF2-40B4-BE49-F238E27FC236}">
                <a16:creationId xmlns:a16="http://schemas.microsoft.com/office/drawing/2014/main" id="{3E484A58-C66C-DC25-396F-AD76D094E758}"/>
              </a:ext>
            </a:extLst>
          </p:cNvPr>
          <p:cNvSpPr/>
          <p:nvPr/>
        </p:nvSpPr>
        <p:spPr>
          <a:xfrm>
            <a:off x="15475635" y="23241652"/>
            <a:ext cx="12976508" cy="8367708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189D24-CF9F-07D5-27AC-0DE90BE4EBE1}"/>
              </a:ext>
            </a:extLst>
          </p:cNvPr>
          <p:cNvSpPr txBox="1"/>
          <p:nvPr/>
        </p:nvSpPr>
        <p:spPr>
          <a:xfrm>
            <a:off x="15901813" y="23501080"/>
            <a:ext cx="11262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Coil Design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BF8E5F-CAE2-8FBE-3DED-FDEEC326C14E}"/>
              </a:ext>
            </a:extLst>
          </p:cNvPr>
          <p:cNvSpPr txBox="1"/>
          <p:nvPr/>
        </p:nvSpPr>
        <p:spPr>
          <a:xfrm>
            <a:off x="15901813" y="24173383"/>
            <a:ext cx="11802214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Outer and inner diameters are 28.4cm and 26.4cm</a:t>
            </a:r>
          </a:p>
          <a:p>
            <a:pPr marL="457200" indent="-457200" algn="just">
              <a:buFont typeface="Arial"/>
              <a:buChar char="•"/>
            </a:pPr>
            <a:r>
              <a:rPr lang="en-US" sz="3800"/>
              <a:t>The coil has 15 turns, which sets the inductance</a:t>
            </a:r>
            <a:endParaRPr lang="en-US" sz="3800">
              <a:ea typeface="Calibri"/>
              <a:cs typeface="Calibri"/>
            </a:endParaRPr>
          </a:p>
          <a:p>
            <a:endParaRPr lang="en-US" sz="3800"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4607EA-C81F-D2FE-6F51-960E38BD3027}"/>
              </a:ext>
            </a:extLst>
          </p:cNvPr>
          <p:cNvSpPr/>
          <p:nvPr/>
        </p:nvSpPr>
        <p:spPr>
          <a:xfrm>
            <a:off x="16097361" y="25626621"/>
            <a:ext cx="11606666" cy="1616694"/>
          </a:xfrm>
          <a:prstGeom prst="roundRect">
            <a:avLst/>
          </a:prstGeom>
          <a:solidFill>
            <a:schemeClr val="accent6">
              <a:tint val="50000"/>
              <a:satMod val="30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/>
              <a:t>Geometric constraints permit measurement of adult heads and accommodate our sponsor’s existing ULF system.</a:t>
            </a:r>
            <a:endParaRPr lang="en-CA" sz="3600"/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977805A0-B1B1-0380-5F4F-16FF7323F2B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51804" t="67194" r="6421" b="1279"/>
          <a:stretch>
            <a:fillRect/>
          </a:stretch>
        </p:blipFill>
        <p:spPr bwMode="auto">
          <a:xfrm>
            <a:off x="16738591" y="28599900"/>
            <a:ext cx="3493863" cy="21120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C4A2E247-C6BE-808E-F95A-DD020CD174B8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6817" t="16198" r="50994" b="38809"/>
          <a:stretch>
            <a:fillRect/>
          </a:stretch>
        </p:blipFill>
        <p:spPr bwMode="auto">
          <a:xfrm>
            <a:off x="20602382" y="27925810"/>
            <a:ext cx="2695956" cy="30175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0EE71A42-AECB-893C-D65A-6FED70DF8B3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57907" t="5166" r="1307" b="36528"/>
          <a:stretch>
            <a:fillRect/>
          </a:stretch>
        </p:blipFill>
        <p:spPr bwMode="auto">
          <a:xfrm>
            <a:off x="23668266" y="27542906"/>
            <a:ext cx="3415281" cy="39097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E910C33E-2FD0-509E-E61B-C6071223CCF4}"/>
              </a:ext>
            </a:extLst>
          </p:cNvPr>
          <p:cNvSpPr txBox="1"/>
          <p:nvPr/>
        </p:nvSpPr>
        <p:spPr>
          <a:xfrm>
            <a:off x="29951920" y="6669890"/>
            <a:ext cx="11262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>
                <a:solidFill>
                  <a:srgbClr val="F20000"/>
                </a:solidFill>
                <a:cs typeface="Calibri"/>
              </a:rPr>
              <a:t>Simulations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1BC4DA-D0C9-6A29-F550-7F655EFEEF06}"/>
              </a:ext>
            </a:extLst>
          </p:cNvPr>
          <p:cNvSpPr/>
          <p:nvPr/>
        </p:nvSpPr>
        <p:spPr>
          <a:xfrm>
            <a:off x="30020800" y="18704043"/>
            <a:ext cx="11606666" cy="2565280"/>
          </a:xfrm>
          <a:prstGeom prst="roundRect">
            <a:avLst/>
          </a:prstGeom>
          <a:solidFill>
            <a:schemeClr val="accent6">
              <a:tint val="50000"/>
              <a:satMod val="30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>
                <a:ea typeface="Calibri"/>
                <a:cs typeface="Calibri"/>
              </a:rPr>
              <a:t>Tuning of 2.18MHz ensures sample nuclei are properly excited.</a:t>
            </a:r>
          </a:p>
          <a:p>
            <a:r>
              <a:rPr lang="en-US" sz="3600">
                <a:ea typeface="Calibri"/>
                <a:cs typeface="Calibri"/>
              </a:rPr>
              <a:t>Matched coil below -25dB indicates high efficiency power transfer.</a:t>
            </a:r>
            <a:endParaRPr lang="en-CA" sz="36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099962-D3B3-C255-FFD7-10062E11A90E}"/>
              </a:ext>
            </a:extLst>
          </p:cNvPr>
          <p:cNvSpPr txBox="1"/>
          <p:nvPr/>
        </p:nvSpPr>
        <p:spPr>
          <a:xfrm>
            <a:off x="1897329" y="20545994"/>
            <a:ext cx="1180221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ea typeface="Calibri"/>
                <a:cs typeface="Calibri"/>
              </a:rPr>
              <a:t>As the atoms decay back to their resting position, a distinct signal is produced which is used for imaging.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72676-C3E4-68EF-5662-8B29E2E61FF9}"/>
              </a:ext>
            </a:extLst>
          </p:cNvPr>
          <p:cNvSpPr txBox="1"/>
          <p:nvPr/>
        </p:nvSpPr>
        <p:spPr>
          <a:xfrm>
            <a:off x="29906500" y="7306741"/>
            <a:ext cx="11710809" cy="16517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800">
                <a:cs typeface="Calibri"/>
              </a:rPr>
              <a:t>We simulated our coil’s resonant frequency and inductance to validate experimental results.</a:t>
            </a:r>
            <a:endParaRPr lang="en-US" sz="3800">
              <a:ea typeface="Calibri"/>
              <a:cs typeface="Calibri"/>
            </a:endParaRPr>
          </a:p>
          <a:p>
            <a:endParaRPr lang="en-US" sz="3800" b="1" baseline="-250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23CC3-907F-E366-F728-FE00816FCC31}"/>
              </a:ext>
            </a:extLst>
          </p:cNvPr>
          <p:cNvSpPr txBox="1"/>
          <p:nvPr/>
        </p:nvSpPr>
        <p:spPr>
          <a:xfrm>
            <a:off x="29951920" y="15109209"/>
            <a:ext cx="11710809" cy="22365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Simulated resonant frequency: 4.221MHz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Simulated inductance: 50</a:t>
            </a:r>
            <a:r>
              <a:rPr lang="el-GR" sz="3800"/>
              <a:t>μ</a:t>
            </a:r>
            <a:r>
              <a:rPr lang="en-US" sz="3800"/>
              <a:t>H</a:t>
            </a:r>
            <a:endParaRPr lang="en-US" sz="3800">
              <a:ea typeface="Calibri"/>
              <a:cs typeface="Calibri"/>
            </a:endParaRPr>
          </a:p>
          <a:p>
            <a:endParaRPr lang="en-US" sz="3800" b="1" baseline="-25000"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D384B-B2DD-456A-61A3-DDA15DE5E2A3}"/>
              </a:ext>
            </a:extLst>
          </p:cNvPr>
          <p:cNvSpPr txBox="1"/>
          <p:nvPr/>
        </p:nvSpPr>
        <p:spPr>
          <a:xfrm>
            <a:off x="29968728" y="23971184"/>
            <a:ext cx="11710809" cy="23710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Experimental resonant frequency: 4.148MHz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800">
                <a:ea typeface="Calibri"/>
                <a:cs typeface="Calibri"/>
              </a:rPr>
              <a:t>Experimental inductance: 54</a:t>
            </a:r>
            <a:r>
              <a:rPr lang="el-GR" sz="3800"/>
              <a:t>μ</a:t>
            </a:r>
            <a:r>
              <a:rPr lang="en-US" sz="3800"/>
              <a:t>H</a:t>
            </a:r>
            <a:endParaRPr lang="en-US" sz="38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3800" b="1" baseline="-25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96890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D6001C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3" id="{3FD7C44E-DD14-2D4B-B09C-8076DE129E41}" vid="{6A8F8ED8-30EB-DE46-A176-D98BFCCB2D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8b61a2-6b32-45fb-9748-88609e09ff0c" xsi:nil="true"/>
    <lcf76f155ced4ddcb4097134ff3c332f xmlns="0253f0df-bd42-4819-bdab-5c640e42635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958296567F55479618E4626E15774D" ma:contentTypeVersion="13" ma:contentTypeDescription="Create a new document." ma:contentTypeScope="" ma:versionID="ee00ed77a8e18223cc13f8dfe490c681">
  <xsd:schema xmlns:xsd="http://www.w3.org/2001/XMLSchema" xmlns:xs="http://www.w3.org/2001/XMLSchema" xmlns:p="http://schemas.microsoft.com/office/2006/metadata/properties" xmlns:ns2="0253f0df-bd42-4819-bdab-5c640e426358" xmlns:ns3="bc8b61a2-6b32-45fb-9748-88609e09ff0c" targetNamespace="http://schemas.microsoft.com/office/2006/metadata/properties" ma:root="true" ma:fieldsID="af4b2bddd77165b4881885ada33bddf8" ns2:_="" ns3:_="">
    <xsd:import namespace="0253f0df-bd42-4819-bdab-5c640e426358"/>
    <xsd:import namespace="bc8b61a2-6b32-45fb-9748-88609e09ff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3f0df-bd42-4819-bdab-5c640e4263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61a2-6b32-45fb-9748-88609e09ff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f5b7561-e426-4cf3-9aa2-8eafa6124aa9}" ma:internalName="TaxCatchAll" ma:showField="CatchAllData" ma:web="bc8b61a2-6b32-45fb-9748-88609e09ff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DB88CF-17AA-440E-BD56-463E5EA11508}">
  <ds:schemaRefs>
    <ds:schemaRef ds:uri="0253f0df-bd42-4819-bdab-5c640e426358"/>
    <ds:schemaRef ds:uri="bc8b61a2-6b32-45fb-9748-88609e09ff0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9153D56-C74E-42E9-8258-1FDB178D810B}">
  <ds:schemaRefs>
    <ds:schemaRef ds:uri="0253f0df-bd42-4819-bdab-5c640e426358"/>
    <ds:schemaRef ds:uri="bc8b61a2-6b32-45fb-9748-88609e09ff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69DEAE-E9EF-407A-8AA4-C7CB669CAF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Capstone Fair Poster - 500-CO-1-Coil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Spencer Tourigny</dc:creator>
  <cp:revision>1</cp:revision>
  <dcterms:created xsi:type="dcterms:W3CDTF">2026-03-20T16:28:13Z</dcterms:created>
  <dcterms:modified xsi:type="dcterms:W3CDTF">2026-04-12T00:27:34Z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0x01010014958296567F55479618E4626E15774D</vt:lpwstr>
  </property>
  <property fmtid="{D5CDD505-2E9C-101B-9397-08002B2CF9AE}" pid="3" name="Order">
    <vt:r8>22800</vt:r8>
  </property>
  <property fmtid="{D5CDD505-2E9C-101B-9397-08002B2CF9AE}" pid="4" name="MediaServiceImageTags">
    <vt:lpwstr/>
  </property>
</Properties>
</file>